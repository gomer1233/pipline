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9"/>
  </p:notesMasterIdLst>
  <p:sldIdLst>
    <p:sldId id="256" r:id="rId2"/>
    <p:sldId id="280" r:id="rId3"/>
    <p:sldId id="281" r:id="rId4"/>
    <p:sldId id="289" r:id="rId5"/>
    <p:sldId id="285" r:id="rId6"/>
    <p:sldId id="282" r:id="rId7"/>
    <p:sldId id="286" r:id="rId8"/>
    <p:sldId id="287" r:id="rId9"/>
    <p:sldId id="284" r:id="rId10"/>
    <p:sldId id="288" r:id="rId11"/>
    <p:sldId id="258" r:id="rId12"/>
    <p:sldId id="264" r:id="rId13"/>
    <p:sldId id="265" r:id="rId14"/>
    <p:sldId id="268" r:id="rId15"/>
    <p:sldId id="270" r:id="rId16"/>
    <p:sldId id="273" r:id="rId17"/>
    <p:sldId id="277" r:id="rId18"/>
  </p:sldIdLst>
  <p:sldSz cx="243713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DCFF"/>
    <a:srgbClr val="EBFFD8"/>
    <a:srgbClr val="E5F1FF"/>
    <a:srgbClr val="FFF1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E5A05"/>
        </a:fontRef>
        <a:srgbClr val="0E5A05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rgbClr val="CBCBCB"/>
          </a:solidFill>
        </a:fill>
      </a:tcStyle>
    </a:wholeTbl>
    <a:band2H>
      <a:tcTxStyle/>
      <a:tcStyle>
        <a:tcBdr/>
        <a:fill>
          <a:solidFill>
            <a:srgbClr val="E7E7E7"/>
          </a:solidFill>
        </a:fill>
      </a:tcStyle>
    </a:band2H>
    <a:firstCol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381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381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E5A05"/>
        </a:fontRef>
        <a:srgbClr val="0E5A05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rgbClr val="FFF9E7"/>
          </a:solidFill>
        </a:fill>
      </a:tcStyle>
    </a:wholeTbl>
    <a:band2H>
      <a:tcTxStyle/>
      <a:tcStyle>
        <a:tcBdr/>
        <a:fill>
          <a:solidFill>
            <a:srgbClr val="FFFCF4"/>
          </a:solidFill>
        </a:fill>
      </a:tcStyle>
    </a:band2H>
    <a:firstCol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381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381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E5A05"/>
        </a:fontRef>
        <a:srgbClr val="0E5A05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rgbClr val="F7FFF0"/>
          </a:solidFill>
        </a:fill>
      </a:tcStyle>
    </a:wholeTbl>
    <a:band2H>
      <a:tcTxStyle/>
      <a:tcStyle>
        <a:tcBdr/>
        <a:fill>
          <a:solidFill>
            <a:srgbClr val="FBFFF8"/>
          </a:solidFill>
        </a:fill>
      </a:tcStyle>
    </a:band2H>
    <a:firstCol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381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381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E5A05"/>
        </a:fontRef>
        <a:srgbClr val="0E5A05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9E6"/>
          </a:solidFill>
        </a:fill>
      </a:tcStyle>
    </a:wholeTbl>
    <a:band2H>
      <a:tcTxStyle/>
      <a:tcStyle>
        <a:tcBdr/>
        <a:fill>
          <a:solidFill>
            <a:srgbClr val="F8FFFF"/>
          </a:solidFill>
        </a:fill>
      </a:tcStyle>
    </a:band2H>
    <a:firstCol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E5A05"/>
        </a:fontRef>
        <a:srgbClr val="0E5A05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E5A05"/>
              </a:solidFill>
              <a:prstDash val="solid"/>
              <a:round/>
            </a:ln>
          </a:top>
          <a:bottom>
            <a:ln w="25400" cap="flat">
              <a:solidFill>
                <a:srgbClr val="0E5A05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8FFFF"/>
          </a:solidFill>
        </a:fill>
      </a:tcStyle>
    </a:lastRow>
    <a:fir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E5A05"/>
              </a:solidFill>
              <a:prstDash val="solid"/>
              <a:round/>
            </a:ln>
          </a:top>
          <a:bottom>
            <a:ln w="25400" cap="flat">
              <a:solidFill>
                <a:srgbClr val="0E5A05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E5A05"/>
        </a:fontRef>
        <a:srgbClr val="0E5A05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rgbClr val="CAD0CA"/>
          </a:solidFill>
        </a:fill>
      </a:tcStyle>
    </a:wholeTbl>
    <a:band2H>
      <a:tcTxStyle/>
      <a:tcStyle>
        <a:tcBdr/>
        <a:fill>
          <a:solidFill>
            <a:srgbClr val="E6E9E6"/>
          </a:solidFill>
        </a:fill>
      </a:tcStyle>
    </a:band2H>
    <a:firstCol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rgbClr val="0E5A05"/>
          </a:solidFill>
        </a:fill>
      </a:tcStyle>
    </a:firstCol>
    <a:la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381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rgbClr val="0E5A05"/>
          </a:solidFill>
        </a:fill>
      </a:tcStyle>
    </a:lastRow>
    <a:fir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381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rgbClr val="0E5A0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E5A05"/>
        </a:fontRef>
        <a:srgbClr val="0E5A05"/>
      </a:tcTxStyle>
      <a:tcStyle>
        <a:tcBdr>
          <a:left>
            <a:ln w="12700" cap="flat">
              <a:solidFill>
                <a:srgbClr val="0E5A05"/>
              </a:solidFill>
              <a:prstDash val="solid"/>
              <a:round/>
            </a:ln>
          </a:left>
          <a:right>
            <a:ln w="12700" cap="flat">
              <a:solidFill>
                <a:srgbClr val="0E5A05"/>
              </a:solidFill>
              <a:prstDash val="solid"/>
              <a:round/>
            </a:ln>
          </a:right>
          <a:top>
            <a:ln w="12700" cap="flat">
              <a:solidFill>
                <a:srgbClr val="0E5A05"/>
              </a:solidFill>
              <a:prstDash val="solid"/>
              <a:round/>
            </a:ln>
          </a:top>
          <a:bottom>
            <a:ln w="12700" cap="flat">
              <a:solidFill>
                <a:srgbClr val="0E5A05"/>
              </a:solidFill>
              <a:prstDash val="solid"/>
              <a:round/>
            </a:ln>
          </a:bottom>
          <a:insideH>
            <a:ln w="12700" cap="flat">
              <a:solidFill>
                <a:srgbClr val="0E5A05"/>
              </a:solidFill>
              <a:prstDash val="solid"/>
              <a:round/>
            </a:ln>
          </a:insideH>
          <a:insideV>
            <a:ln w="12700" cap="flat">
              <a:solidFill>
                <a:srgbClr val="0E5A05"/>
              </a:solidFill>
              <a:prstDash val="solid"/>
              <a:round/>
            </a:ln>
          </a:insideV>
        </a:tcBdr>
        <a:fill>
          <a:solidFill>
            <a:srgbClr val="0E5A05">
              <a:alpha val="20000"/>
            </a:srgbClr>
          </a:solidFill>
        </a:fill>
      </a:tcStyle>
    </a:wholeTbl>
    <a:band2H>
      <a:tcTxStyle/>
      <a:tcStyle>
        <a:tcBdr/>
        <a:fill>
          <a:solidFill>
            <a:schemeClr val="accent6">
              <a:hueOff val="-5353846"/>
              <a:satOff val="-95121"/>
              <a:lumOff val="8039"/>
            </a:schemeClr>
          </a:solidFill>
        </a:fill>
      </a:tcStyle>
    </a:band2H>
    <a:firstCol>
      <a:tcTxStyle b="on" i="off">
        <a:fontRef idx="minor">
          <a:srgbClr val="0E5A05"/>
        </a:fontRef>
        <a:srgbClr val="0E5A05"/>
      </a:tcTxStyle>
      <a:tcStyle>
        <a:tcBdr>
          <a:left>
            <a:ln w="12700" cap="flat">
              <a:solidFill>
                <a:srgbClr val="0E5A05"/>
              </a:solidFill>
              <a:prstDash val="solid"/>
              <a:round/>
            </a:ln>
          </a:left>
          <a:right>
            <a:ln w="12700" cap="flat">
              <a:solidFill>
                <a:srgbClr val="0E5A05"/>
              </a:solidFill>
              <a:prstDash val="solid"/>
              <a:round/>
            </a:ln>
          </a:right>
          <a:top>
            <a:ln w="12700" cap="flat">
              <a:solidFill>
                <a:srgbClr val="0E5A05"/>
              </a:solidFill>
              <a:prstDash val="solid"/>
              <a:round/>
            </a:ln>
          </a:top>
          <a:bottom>
            <a:ln w="12700" cap="flat">
              <a:solidFill>
                <a:srgbClr val="0E5A05"/>
              </a:solidFill>
              <a:prstDash val="solid"/>
              <a:round/>
            </a:ln>
          </a:bottom>
          <a:insideH>
            <a:ln w="12700" cap="flat">
              <a:solidFill>
                <a:srgbClr val="0E5A05"/>
              </a:solidFill>
              <a:prstDash val="solid"/>
              <a:round/>
            </a:ln>
          </a:insideH>
          <a:insideV>
            <a:ln w="12700" cap="flat">
              <a:solidFill>
                <a:srgbClr val="0E5A05"/>
              </a:solidFill>
              <a:prstDash val="solid"/>
              <a:round/>
            </a:ln>
          </a:insideV>
        </a:tcBdr>
        <a:fill>
          <a:solidFill>
            <a:srgbClr val="0E5A05">
              <a:alpha val="20000"/>
            </a:srgbClr>
          </a:solidFill>
        </a:fill>
      </a:tcStyle>
    </a:firstCol>
    <a:lastRow>
      <a:tcTxStyle b="on" i="off">
        <a:fontRef idx="minor">
          <a:srgbClr val="0E5A05"/>
        </a:fontRef>
        <a:srgbClr val="0E5A05"/>
      </a:tcTxStyle>
      <a:tcStyle>
        <a:tcBdr>
          <a:left>
            <a:ln w="12700" cap="flat">
              <a:solidFill>
                <a:srgbClr val="0E5A05"/>
              </a:solidFill>
              <a:prstDash val="solid"/>
              <a:round/>
            </a:ln>
          </a:left>
          <a:right>
            <a:ln w="12700" cap="flat">
              <a:solidFill>
                <a:srgbClr val="0E5A05"/>
              </a:solidFill>
              <a:prstDash val="solid"/>
              <a:round/>
            </a:ln>
          </a:right>
          <a:top>
            <a:ln w="50800" cap="flat">
              <a:solidFill>
                <a:srgbClr val="0E5A05"/>
              </a:solidFill>
              <a:prstDash val="solid"/>
              <a:round/>
            </a:ln>
          </a:top>
          <a:bottom>
            <a:ln w="12700" cap="flat">
              <a:solidFill>
                <a:srgbClr val="0E5A05"/>
              </a:solidFill>
              <a:prstDash val="solid"/>
              <a:round/>
            </a:ln>
          </a:bottom>
          <a:insideH>
            <a:ln w="12700" cap="flat">
              <a:solidFill>
                <a:srgbClr val="0E5A05"/>
              </a:solidFill>
              <a:prstDash val="solid"/>
              <a:round/>
            </a:ln>
          </a:insideH>
          <a:insideV>
            <a:ln w="12700" cap="flat">
              <a:solidFill>
                <a:srgbClr val="0E5A05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E5A05"/>
        </a:fontRef>
        <a:srgbClr val="0E5A05"/>
      </a:tcTxStyle>
      <a:tcStyle>
        <a:tcBdr>
          <a:left>
            <a:ln w="12700" cap="flat">
              <a:solidFill>
                <a:srgbClr val="0E5A05"/>
              </a:solidFill>
              <a:prstDash val="solid"/>
              <a:round/>
            </a:ln>
          </a:left>
          <a:right>
            <a:ln w="12700" cap="flat">
              <a:solidFill>
                <a:srgbClr val="0E5A05"/>
              </a:solidFill>
              <a:prstDash val="solid"/>
              <a:round/>
            </a:ln>
          </a:right>
          <a:top>
            <a:ln w="12700" cap="flat">
              <a:solidFill>
                <a:srgbClr val="0E5A05"/>
              </a:solidFill>
              <a:prstDash val="solid"/>
              <a:round/>
            </a:ln>
          </a:top>
          <a:bottom>
            <a:ln w="25400" cap="flat">
              <a:solidFill>
                <a:srgbClr val="0E5A05"/>
              </a:solidFill>
              <a:prstDash val="solid"/>
              <a:round/>
            </a:ln>
          </a:bottom>
          <a:insideH>
            <a:ln w="12700" cap="flat">
              <a:solidFill>
                <a:srgbClr val="0E5A05"/>
              </a:solidFill>
              <a:prstDash val="solid"/>
              <a:round/>
            </a:ln>
          </a:insideH>
          <a:insideV>
            <a:ln w="12700" cap="flat">
              <a:solidFill>
                <a:srgbClr val="0E5A05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/>
    <p:restoredTop sz="96327"/>
  </p:normalViewPr>
  <p:slideViewPr>
    <p:cSldViewPr snapToGrid="0">
      <p:cViewPr varScale="1">
        <p:scale>
          <a:sx n="78" d="100"/>
          <a:sy n="78" d="100"/>
        </p:scale>
        <p:origin x="28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Shape 79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95" name="Shape 79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4.png"/><Relationship Id="rId7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12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11.pn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20.png"/><Relationship Id="rId7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ользовательский макет">
    <p:bg>
      <p:bgPr>
        <a:solidFill>
          <a:srgbClr val="0D59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5" descr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371" y="0"/>
            <a:ext cx="17322806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Рисунок 2" descr="Изображение выглядит как Бумага для творчества, Декоративный картон, бумага, искусство&#10;&#10;Автоматически созданное описание">
            <a:extLst>
              <a:ext uri="{FF2B5EF4-FFF2-40B4-BE49-F238E27FC236}">
                <a16:creationId xmlns:a16="http://schemas.microsoft.com/office/drawing/2014/main" id="{162F53C0-219A-971C-872F-7F4769AB958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371431">
            <a:off x="4219946" y="-541944"/>
            <a:ext cx="14665253" cy="12325615"/>
          </a:xfrm>
          <a:prstGeom prst="rect">
            <a:avLst/>
          </a:prstGeom>
        </p:spPr>
      </p:pic>
      <p:pic>
        <p:nvPicPr>
          <p:cNvPr id="12" name="Рисунок 3" descr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08026" y="1409706"/>
            <a:ext cx="3308370" cy="2481279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ext 3"/>
          <p:cNvSpPr txBox="1"/>
          <p:nvPr/>
        </p:nvSpPr>
        <p:spPr>
          <a:xfrm>
            <a:off x="23256611" y="13030207"/>
            <a:ext cx="70705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2000" spc="-39">
                <a:solidFill>
                  <a:schemeClr val="accent6">
                    <a:hueOff val="-5353846"/>
                    <a:satOff val="-95121"/>
                    <a:lumOff val="8039"/>
                  </a:schemeClr>
                </a:solidFill>
                <a:latin typeface="X5 Sans Regular"/>
                <a:ea typeface="X5 Sans Regular"/>
                <a:cs typeface="X5 Sans Regular"/>
                <a:sym typeface="X5 Sans Regular"/>
              </a:defRPr>
            </a:lvl1pPr>
          </a:lstStyle>
          <a:p>
            <a:r>
              <a:t>X5.ru</a:t>
            </a:r>
          </a:p>
        </p:txBody>
      </p:sp>
      <p:sp>
        <p:nvSpPr>
          <p:cNvPr id="14" name="Текст текст текст"/>
          <p:cNvSpPr txBox="1">
            <a:spLocks noGrp="1"/>
          </p:cNvSpPr>
          <p:nvPr>
            <p:ph type="title" hasCustomPrompt="1"/>
          </p:nvPr>
        </p:nvSpPr>
        <p:spPr>
          <a:xfrm>
            <a:off x="481171" y="505673"/>
            <a:ext cx="8084156" cy="2871392"/>
          </a:xfrm>
          <a:prstGeom prst="rect">
            <a:avLst/>
          </a:prstGeom>
        </p:spPr>
        <p:txBody>
          <a:bodyPr anchor="t"/>
          <a:lstStyle>
            <a:lvl1pPr>
              <a:defRPr sz="7200">
                <a:solidFill>
                  <a:srgbClr val="C4EB91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15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08001" y="3872793"/>
            <a:ext cx="6212127" cy="1984295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600">
                <a:solidFill>
                  <a:srgbClr val="C4EB91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  <a:lvl2pPr marL="1161991" indent="-247637">
              <a:buFontTx/>
              <a:defRPr sz="2600">
                <a:solidFill>
                  <a:srgbClr val="C4EB91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2pPr>
            <a:lvl3pPr marL="2125874" indent="-297165">
              <a:buFontTx/>
              <a:defRPr sz="2600">
                <a:solidFill>
                  <a:srgbClr val="C4EB91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3pPr>
            <a:lvl4pPr marL="3073246" indent="-330183">
              <a:buFontTx/>
              <a:defRPr sz="2600">
                <a:solidFill>
                  <a:srgbClr val="C4EB91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4pPr>
            <a:lvl5pPr marL="3987600" indent="-330183">
              <a:buFontTx/>
              <a:defRPr sz="2600">
                <a:solidFill>
                  <a:srgbClr val="C4EB91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5pPr>
          </a:lstStyle>
          <a:p>
            <a:r>
              <a:t>Текст текст текст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7" name="Рисунок 2" descr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1" y="7823207"/>
            <a:ext cx="24384005" cy="5892804"/>
          </a:xfrm>
          <a:prstGeom prst="rect">
            <a:avLst/>
          </a:prstGeom>
          <a:ln w="12700">
            <a:miter lim="400000"/>
          </a:ln>
        </p:spPr>
      </p:pic>
      <p:pic>
        <p:nvPicPr>
          <p:cNvPr id="19" name="Image 7" descr="Imag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6087" y="8369300"/>
            <a:ext cx="3880528" cy="3595611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6B63BA3-FA28-9DA0-185B-BF30ABB0043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7368" y="12724068"/>
            <a:ext cx="699282" cy="494614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Пользовательский макет">
    <p:bg>
      <p:bgPr>
        <a:solidFill>
          <a:srgbClr val="F7D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Рисунок 20" descr="Рисунок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7371" y="0"/>
            <a:ext cx="12369805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67" y="12255500"/>
            <a:ext cx="23370923" cy="1079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8" name="Image 3" descr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6993" y="12268203"/>
            <a:ext cx="12705" cy="1054100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08001" y="431382"/>
            <a:ext cx="11191874" cy="99404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3200">
                <a:latin typeface="X5 Sans Medium"/>
                <a:ea typeface="X5 Sans Medium"/>
                <a:cs typeface="X5 Sans Medium"/>
                <a:sym typeface="X5 Sans Medium"/>
              </a:defRPr>
            </a:lvl1pPr>
            <a:lvl2pPr marL="1219138" indent="-304784">
              <a:lnSpc>
                <a:spcPct val="100000"/>
              </a:lnSpc>
              <a:buFontTx/>
              <a:defRPr sz="3200">
                <a:latin typeface="X5 Sans Medium"/>
                <a:ea typeface="X5 Sans Medium"/>
                <a:cs typeface="X5 Sans Medium"/>
                <a:sym typeface="X5 Sans Medium"/>
              </a:defRPr>
            </a:lvl2pPr>
            <a:lvl3pPr marL="2194450" indent="-365741">
              <a:lnSpc>
                <a:spcPct val="100000"/>
              </a:lnSpc>
              <a:buFontTx/>
              <a:defRPr sz="3200">
                <a:latin typeface="X5 Sans Medium"/>
                <a:ea typeface="X5 Sans Medium"/>
                <a:cs typeface="X5 Sans Medium"/>
                <a:sym typeface="X5 Sans Medium"/>
              </a:defRPr>
            </a:lvl3pPr>
            <a:lvl4pPr marL="3149442" indent="-406379">
              <a:lnSpc>
                <a:spcPct val="100000"/>
              </a:lnSpc>
              <a:buFontTx/>
              <a:defRPr sz="3200">
                <a:latin typeface="X5 Sans Medium"/>
                <a:ea typeface="X5 Sans Medium"/>
                <a:cs typeface="X5 Sans Medium"/>
                <a:sym typeface="X5 Sans Medium"/>
              </a:defRPr>
            </a:lvl4pPr>
            <a:lvl5pPr marL="4063796" indent="-406379">
              <a:lnSpc>
                <a:spcPct val="100000"/>
              </a:lnSpc>
              <a:buFontTx/>
              <a:defRPr sz="3200">
                <a:latin typeface="X5 Sans Medium"/>
                <a:ea typeface="X5 Sans Medium"/>
                <a:cs typeface="X5 Sans Medium"/>
                <a:sym typeface="X5 Sans Medium"/>
              </a:defRPr>
            </a:lvl5pPr>
          </a:lstStyle>
          <a:p>
            <a:r>
              <a:t>Текст текст текст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Текст 68"/>
          <p:cNvSpPr>
            <a:spLocks noGrp="1"/>
          </p:cNvSpPr>
          <p:nvPr>
            <p:ph type="body" sz="half" idx="21" hasCustomPrompt="1"/>
          </p:nvPr>
        </p:nvSpPr>
        <p:spPr>
          <a:xfrm>
            <a:off x="472702" y="3914242"/>
            <a:ext cx="10074796" cy="804952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2400"/>
              </a:lnSpc>
              <a:buSzTx/>
              <a:buFontTx/>
              <a:buNone/>
              <a:defRPr sz="136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3" name="Текст 74"/>
          <p:cNvSpPr>
            <a:spLocks noGrp="1"/>
          </p:cNvSpPr>
          <p:nvPr>
            <p:ph type="body" sz="quarter" idx="22" hasCustomPrompt="1"/>
          </p:nvPr>
        </p:nvSpPr>
        <p:spPr>
          <a:xfrm>
            <a:off x="12610165" y="766894"/>
            <a:ext cx="3151513" cy="938816"/>
          </a:xfrm>
          <a:prstGeom prst="rect">
            <a:avLst/>
          </a:prstGeom>
        </p:spPr>
        <p:txBody>
          <a:bodyPr/>
          <a:lstStyle>
            <a:lvl1pPr marL="0" indent="0" defTabSz="1810421">
              <a:spcBef>
                <a:spcPts val="1900"/>
              </a:spcBef>
              <a:buSzTx/>
              <a:buFontTx/>
              <a:buNone/>
              <a:defRPr sz="297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4" name="Текст 74"/>
          <p:cNvSpPr>
            <a:spLocks noGrp="1"/>
          </p:cNvSpPr>
          <p:nvPr>
            <p:ph type="body" sz="quarter" idx="23" hasCustomPrompt="1"/>
          </p:nvPr>
        </p:nvSpPr>
        <p:spPr>
          <a:xfrm>
            <a:off x="16582724" y="4821794"/>
            <a:ext cx="2566926" cy="938815"/>
          </a:xfrm>
          <a:prstGeom prst="rect">
            <a:avLst/>
          </a:prstGeom>
        </p:spPr>
        <p:txBody>
          <a:bodyPr/>
          <a:lstStyle>
            <a:lvl1pPr marL="0" indent="0" defTabSz="1810421">
              <a:spcBef>
                <a:spcPts val="1900"/>
              </a:spcBef>
              <a:buSzTx/>
              <a:buFontTx/>
              <a:buNone/>
              <a:defRPr sz="297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5" name="Текст 74"/>
          <p:cNvSpPr>
            <a:spLocks noGrp="1"/>
          </p:cNvSpPr>
          <p:nvPr>
            <p:ph type="body" sz="quarter" idx="24" hasCustomPrompt="1"/>
          </p:nvPr>
        </p:nvSpPr>
        <p:spPr>
          <a:xfrm>
            <a:off x="20507098" y="7561381"/>
            <a:ext cx="3151513" cy="938815"/>
          </a:xfrm>
          <a:prstGeom prst="rect">
            <a:avLst/>
          </a:prstGeom>
        </p:spPr>
        <p:txBody>
          <a:bodyPr/>
          <a:lstStyle>
            <a:lvl1pPr marL="0" indent="0" defTabSz="1810421">
              <a:spcBef>
                <a:spcPts val="1900"/>
              </a:spcBef>
              <a:buSzTx/>
              <a:buFontTx/>
              <a:buNone/>
              <a:defRPr sz="297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6" name="Текст 35"/>
          <p:cNvSpPr>
            <a:spLocks noGrp="1"/>
          </p:cNvSpPr>
          <p:nvPr>
            <p:ph type="body" sz="quarter" idx="25" hasCustomPrompt="1"/>
          </p:nvPr>
        </p:nvSpPr>
        <p:spPr>
          <a:xfrm>
            <a:off x="12610165" y="2593848"/>
            <a:ext cx="3151513" cy="2640793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7" name="Текст 35"/>
          <p:cNvSpPr>
            <a:spLocks noGrp="1"/>
          </p:cNvSpPr>
          <p:nvPr>
            <p:ph type="body" sz="quarter" idx="26" hasCustomPrompt="1"/>
          </p:nvPr>
        </p:nvSpPr>
        <p:spPr>
          <a:xfrm>
            <a:off x="16521651" y="6911850"/>
            <a:ext cx="3151514" cy="1588353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8" name="Текст 35"/>
          <p:cNvSpPr>
            <a:spLocks noGrp="1"/>
          </p:cNvSpPr>
          <p:nvPr>
            <p:ph type="body" sz="quarter" idx="27" hasCustomPrompt="1"/>
          </p:nvPr>
        </p:nvSpPr>
        <p:spPr>
          <a:xfrm>
            <a:off x="20507098" y="9789462"/>
            <a:ext cx="3151513" cy="154678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2" name="Текст 79">
            <a:extLst>
              <a:ext uri="{FF2B5EF4-FFF2-40B4-BE49-F238E27FC236}">
                <a16:creationId xmlns:a16="http://schemas.microsoft.com/office/drawing/2014/main" id="{6547AED1-E53A-F40D-E380-CDB5C06AE61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324093" y="12682529"/>
            <a:ext cx="3567627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-28" normalizeH="0" baseline="0" dirty="0">
                <a:ln>
                  <a:noFill/>
                </a:ln>
                <a:solidFill>
                  <a:srgbClr val="0F5A05"/>
                </a:solidFill>
                <a:effectLst/>
                <a:uFillTx/>
                <a:latin typeface="X5 Sans Regular"/>
                <a:ea typeface="X5 Sans Regular"/>
                <a:cs typeface="X5 Sans Regular"/>
                <a:sym typeface="X5 Sans Regular"/>
              </a:defRPr>
            </a:lvl1pPr>
          </a:lstStyle>
          <a:p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текст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4061CA-277D-D6E5-7649-5D9B0EB486D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3708" y="12547943"/>
            <a:ext cx="698400" cy="4939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Пользовательский макет">
    <p:bg>
      <p:bgPr>
        <a:solidFill>
          <a:srgbClr val="0D59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Рисунок 5" descr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208" y="4473735"/>
            <a:ext cx="19303792" cy="924226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4" name="Image 3" descr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98" y="12229400"/>
            <a:ext cx="23367878" cy="109205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" name="Image 7" descr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6739" y="12235750"/>
            <a:ext cx="12701" cy="1079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1" name="Image 8" descr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85994" y="1438980"/>
            <a:ext cx="19051" cy="10380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Image 9" descr="Imag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56371" y="4397695"/>
            <a:ext cx="19051" cy="5872986"/>
          </a:xfrm>
          <a:prstGeom prst="rect">
            <a:avLst/>
          </a:prstGeom>
          <a:ln w="12700">
            <a:miter lim="400000"/>
          </a:ln>
        </p:spPr>
      </p:pic>
      <p:sp>
        <p:nvSpPr>
          <p:cNvPr id="20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07998" y="356874"/>
            <a:ext cx="19189600" cy="90541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2400">
                <a:solidFill>
                  <a:srgbClr val="EDFFDA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  <a:lvl2pPr marL="1142942" indent="-228588">
              <a:lnSpc>
                <a:spcPct val="100000"/>
              </a:lnSpc>
              <a:buFontTx/>
              <a:defRPr sz="2400">
                <a:solidFill>
                  <a:srgbClr val="EDFFDA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2pPr>
            <a:lvl3pPr marL="2103015" indent="-274306">
              <a:lnSpc>
                <a:spcPct val="100000"/>
              </a:lnSpc>
              <a:buFontTx/>
              <a:defRPr sz="2400">
                <a:solidFill>
                  <a:srgbClr val="EDFFDA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3pPr>
            <a:lvl4pPr marL="3047847" indent="-304784">
              <a:lnSpc>
                <a:spcPct val="100000"/>
              </a:lnSpc>
              <a:buFontTx/>
              <a:defRPr sz="2400">
                <a:solidFill>
                  <a:srgbClr val="EDFFDA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4pPr>
            <a:lvl5pPr marL="3962201" indent="-304784">
              <a:lnSpc>
                <a:spcPct val="100000"/>
              </a:lnSpc>
              <a:buFontTx/>
              <a:defRPr sz="2400">
                <a:solidFill>
                  <a:srgbClr val="EDFFDA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5pPr>
          </a:lstStyle>
          <a:p>
            <a:r>
              <a:t>Текст текст текст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05" name="Текст 68"/>
          <p:cNvSpPr>
            <a:spLocks noGrp="1"/>
          </p:cNvSpPr>
          <p:nvPr>
            <p:ph type="body" sz="quarter" idx="21" hasCustomPrompt="1"/>
          </p:nvPr>
        </p:nvSpPr>
        <p:spPr>
          <a:xfrm>
            <a:off x="508001" y="1650286"/>
            <a:ext cx="13601601" cy="21084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5200"/>
              </a:lnSpc>
              <a:buSzTx/>
              <a:buFontTx/>
              <a:buNone/>
              <a:defRPr sz="5200">
                <a:solidFill>
                  <a:srgbClr val="EDFFDA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206" name="Текст 68"/>
          <p:cNvSpPr>
            <a:spLocks noGrp="1"/>
          </p:cNvSpPr>
          <p:nvPr>
            <p:ph type="body" sz="quarter" idx="22" hasCustomPrompt="1"/>
          </p:nvPr>
        </p:nvSpPr>
        <p:spPr>
          <a:xfrm>
            <a:off x="16230514" y="1650286"/>
            <a:ext cx="7645362" cy="754831"/>
          </a:xfrm>
          <a:prstGeom prst="rect">
            <a:avLst/>
          </a:prstGeom>
        </p:spPr>
        <p:txBody>
          <a:bodyPr/>
          <a:lstStyle>
            <a:lvl1pPr marL="0" indent="0" defTabSz="1737273">
              <a:lnSpc>
                <a:spcPts val="4900"/>
              </a:lnSpc>
              <a:spcBef>
                <a:spcPts val="1900"/>
              </a:spcBef>
              <a:buSzTx/>
              <a:buFontTx/>
              <a:buNone/>
              <a:defRPr sz="4940">
                <a:solidFill>
                  <a:srgbClr val="EDFFDA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207" name="Текст 68"/>
          <p:cNvSpPr>
            <a:spLocks noGrp="1"/>
          </p:cNvSpPr>
          <p:nvPr>
            <p:ph type="body" sz="quarter" idx="23" hasCustomPrompt="1"/>
          </p:nvPr>
        </p:nvSpPr>
        <p:spPr>
          <a:xfrm>
            <a:off x="16255916" y="2710786"/>
            <a:ext cx="2901811" cy="104881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400"/>
              </a:lnSpc>
              <a:buSzTx/>
              <a:buFontTx/>
              <a:buNone/>
              <a:defRPr sz="2400">
                <a:solidFill>
                  <a:srgbClr val="A0C71B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208" name="Текст 68"/>
          <p:cNvSpPr>
            <a:spLocks noGrp="1"/>
          </p:cNvSpPr>
          <p:nvPr>
            <p:ph type="body" sz="quarter" idx="24" hasCustomPrompt="1"/>
          </p:nvPr>
        </p:nvSpPr>
        <p:spPr>
          <a:xfrm>
            <a:off x="16595154" y="4444420"/>
            <a:ext cx="3369507" cy="17755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100"/>
              </a:lnSpc>
              <a:buSzTx/>
              <a:buFontTx/>
              <a:buNone/>
              <a:defRPr sz="1800" spc="-100">
                <a:solidFill>
                  <a:srgbClr val="0F5A05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209" name="Текст 68"/>
          <p:cNvSpPr>
            <a:spLocks noGrp="1"/>
          </p:cNvSpPr>
          <p:nvPr>
            <p:ph type="body" sz="quarter" idx="25" hasCustomPrompt="1"/>
          </p:nvPr>
        </p:nvSpPr>
        <p:spPr>
          <a:xfrm>
            <a:off x="20332267" y="4444420"/>
            <a:ext cx="3188404" cy="177551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100"/>
              </a:lnSpc>
              <a:buSzTx/>
              <a:buFontTx/>
              <a:buNone/>
              <a:defRPr sz="1800" spc="-100">
                <a:solidFill>
                  <a:srgbClr val="0F5A05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210" name="Текст 79"/>
          <p:cNvSpPr>
            <a:spLocks noGrp="1"/>
          </p:cNvSpPr>
          <p:nvPr>
            <p:ph type="body" sz="quarter" idx="26" hasCustomPrompt="1"/>
          </p:nvPr>
        </p:nvSpPr>
        <p:spPr>
          <a:xfrm>
            <a:off x="16538798" y="6363148"/>
            <a:ext cx="3379268" cy="4202769"/>
          </a:xfrm>
          <a:prstGeom prst="rect">
            <a:avLst/>
          </a:prstGeom>
        </p:spPr>
        <p:txBody>
          <a:bodyPr/>
          <a:lstStyle>
            <a:lvl1pPr marL="285767" indent="-285767">
              <a:lnSpc>
                <a:spcPct val="100000"/>
              </a:lnSpc>
              <a:defRPr sz="16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
Текст текст текст
Текст текст текст</a:t>
            </a:r>
          </a:p>
        </p:txBody>
      </p:sp>
      <p:sp>
        <p:nvSpPr>
          <p:cNvPr id="211" name="Текст 79"/>
          <p:cNvSpPr>
            <a:spLocks noGrp="1"/>
          </p:cNvSpPr>
          <p:nvPr>
            <p:ph type="body" sz="quarter" idx="27" hasCustomPrompt="1"/>
          </p:nvPr>
        </p:nvSpPr>
        <p:spPr>
          <a:xfrm>
            <a:off x="20216277" y="6363148"/>
            <a:ext cx="3379268" cy="4202769"/>
          </a:xfrm>
          <a:prstGeom prst="rect">
            <a:avLst/>
          </a:prstGeom>
        </p:spPr>
        <p:txBody>
          <a:bodyPr/>
          <a:lstStyle>
            <a:lvl1pPr marL="285767" indent="-285767">
              <a:lnSpc>
                <a:spcPct val="100000"/>
              </a:lnSpc>
              <a:defRPr sz="16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
Текст текст текст
Текст текст текст</a:t>
            </a:r>
          </a:p>
        </p:txBody>
      </p:sp>
      <p:sp>
        <p:nvSpPr>
          <p:cNvPr id="212" name="Текст 68"/>
          <p:cNvSpPr>
            <a:spLocks noGrp="1"/>
          </p:cNvSpPr>
          <p:nvPr>
            <p:ph type="body" sz="quarter" idx="28" hasCustomPrompt="1"/>
          </p:nvPr>
        </p:nvSpPr>
        <p:spPr>
          <a:xfrm>
            <a:off x="16692898" y="10638377"/>
            <a:ext cx="6241022" cy="293305"/>
          </a:xfrm>
          <a:prstGeom prst="rect">
            <a:avLst/>
          </a:prstGeom>
        </p:spPr>
        <p:txBody>
          <a:bodyPr/>
          <a:lstStyle>
            <a:lvl1pPr marL="0" indent="0" algn="ctr" defTabSz="1700699">
              <a:lnSpc>
                <a:spcPts val="1500"/>
              </a:lnSpc>
              <a:spcBef>
                <a:spcPts val="1800"/>
              </a:spcBef>
              <a:buSzTx/>
              <a:buFontTx/>
              <a:buNone/>
              <a:defRPr sz="1488">
                <a:solidFill>
                  <a:srgbClr val="0F5A05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213" name="Текст 79"/>
          <p:cNvSpPr>
            <a:spLocks noGrp="1"/>
          </p:cNvSpPr>
          <p:nvPr>
            <p:ph type="body" sz="quarter" idx="29" hasCustomPrompt="1"/>
          </p:nvPr>
        </p:nvSpPr>
        <p:spPr>
          <a:xfrm>
            <a:off x="16636914" y="11140557"/>
            <a:ext cx="7010057" cy="29881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600"/>
              </a:lnSpc>
              <a:buSzTx/>
              <a:buFontTx/>
              <a:buNone/>
              <a:defRPr sz="1400" spc="-100">
                <a:solidFill>
                  <a:srgbClr val="0F5A05"/>
                </a:solidFill>
                <a:latin typeface="X5 Sans Regular"/>
                <a:ea typeface="X5 Sans Regular"/>
                <a:cs typeface="X5 Sans Regular"/>
                <a:sym typeface="X5 Sans Regular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2" name="Текст 79">
            <a:extLst>
              <a:ext uri="{FF2B5EF4-FFF2-40B4-BE49-F238E27FC236}">
                <a16:creationId xmlns:a16="http://schemas.microsoft.com/office/drawing/2014/main" id="{5BD92B93-D83A-7931-ABA0-E64D4765933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324093" y="12682529"/>
            <a:ext cx="3567627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-28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X5 Sans Regular"/>
                <a:ea typeface="X5 Sans Regular"/>
                <a:cs typeface="X5 Sans Regular"/>
                <a:sym typeface="X5 Sans Regular"/>
              </a:defRPr>
            </a:lvl1pPr>
          </a:lstStyle>
          <a:p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текст</a:t>
            </a:r>
            <a:endParaRPr dirty="0"/>
          </a:p>
        </p:txBody>
      </p:sp>
      <p:sp>
        <p:nvSpPr>
          <p:cNvPr id="3" name="Текст 79">
            <a:extLst>
              <a:ext uri="{FF2B5EF4-FFF2-40B4-BE49-F238E27FC236}">
                <a16:creationId xmlns:a16="http://schemas.microsoft.com/office/drawing/2014/main" id="{EAD21E97-E8FD-77C6-F8B9-929D2091D03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734293" y="12682529"/>
            <a:ext cx="3567627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-28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X5 Sans Regular"/>
                <a:ea typeface="X5 Sans Regular"/>
                <a:cs typeface="X5 Sans Regular"/>
                <a:sym typeface="X5 Sans Regular"/>
              </a:defRPr>
            </a:lvl1pPr>
          </a:lstStyle>
          <a:p>
            <a:r>
              <a:rPr lang="ru-RU" dirty="0"/>
              <a:t>1 </a:t>
            </a:r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текст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32EC4E4-F5DA-6908-B184-D7B0181AD82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3708" y="12547943"/>
            <a:ext cx="699282" cy="494614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Image 25" descr="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98" y="12254797"/>
            <a:ext cx="23367878" cy="1079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2" name="Image 29" descr="Imag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739" y="12267496"/>
            <a:ext cx="12701" cy="1053964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08001" y="431382"/>
            <a:ext cx="23367876" cy="6454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30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  <a:lvl2pPr marL="1200089" indent="-285735">
              <a:lnSpc>
                <a:spcPct val="100000"/>
              </a:lnSpc>
              <a:buFontTx/>
              <a:defRPr sz="30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2pPr>
            <a:lvl3pPr marL="2171591" indent="-342882">
              <a:lnSpc>
                <a:spcPct val="100000"/>
              </a:lnSpc>
              <a:buFontTx/>
              <a:defRPr sz="30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3pPr>
            <a:lvl4pPr marL="3124043" indent="-380980">
              <a:lnSpc>
                <a:spcPct val="100000"/>
              </a:lnSpc>
              <a:buFontTx/>
              <a:defRPr sz="30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4pPr>
            <a:lvl5pPr marL="4038397" indent="-380981">
              <a:lnSpc>
                <a:spcPct val="100000"/>
              </a:lnSpc>
              <a:buFontTx/>
              <a:defRPr sz="30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5pPr>
          </a:lstStyle>
          <a:p>
            <a:r>
              <a:t>Текст текст текст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29" name="Текст 68"/>
          <p:cNvSpPr>
            <a:spLocks noGrp="1"/>
          </p:cNvSpPr>
          <p:nvPr>
            <p:ph type="body" sz="quarter" idx="21" hasCustomPrompt="1"/>
          </p:nvPr>
        </p:nvSpPr>
        <p:spPr>
          <a:xfrm>
            <a:off x="788544" y="1682218"/>
            <a:ext cx="5294728" cy="568999"/>
          </a:xfrm>
          <a:prstGeom prst="rect">
            <a:avLst/>
          </a:prstGeom>
        </p:spPr>
        <p:txBody>
          <a:bodyPr/>
          <a:lstStyle>
            <a:lvl1pPr marL="0" indent="0" defTabSz="1627550">
              <a:lnSpc>
                <a:spcPct val="100000"/>
              </a:lnSpc>
              <a:spcBef>
                <a:spcPts val="1700"/>
              </a:spcBef>
              <a:buSzTx/>
              <a:buFontTx/>
              <a:buNone/>
              <a:defRPr sz="3204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230" name="Текст 68"/>
          <p:cNvSpPr>
            <a:spLocks noGrp="1"/>
          </p:cNvSpPr>
          <p:nvPr>
            <p:ph type="body" sz="quarter" idx="22" hasCustomPrompt="1"/>
          </p:nvPr>
        </p:nvSpPr>
        <p:spPr>
          <a:xfrm>
            <a:off x="8741696" y="1682218"/>
            <a:ext cx="5147798" cy="568999"/>
          </a:xfrm>
          <a:prstGeom prst="rect">
            <a:avLst/>
          </a:prstGeom>
        </p:spPr>
        <p:txBody>
          <a:bodyPr/>
          <a:lstStyle>
            <a:lvl1pPr marL="0" indent="0" defTabSz="1627550">
              <a:lnSpc>
                <a:spcPct val="100000"/>
              </a:lnSpc>
              <a:spcBef>
                <a:spcPts val="1700"/>
              </a:spcBef>
              <a:buSzTx/>
              <a:buFontTx/>
              <a:buNone/>
              <a:defRPr sz="3204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231" name="Текст 68"/>
          <p:cNvSpPr>
            <a:spLocks noGrp="1"/>
          </p:cNvSpPr>
          <p:nvPr>
            <p:ph type="body" sz="quarter" idx="23" hasCustomPrompt="1"/>
          </p:nvPr>
        </p:nvSpPr>
        <p:spPr>
          <a:xfrm>
            <a:off x="16609790" y="1682218"/>
            <a:ext cx="5186955" cy="568999"/>
          </a:xfrm>
          <a:prstGeom prst="rect">
            <a:avLst/>
          </a:prstGeom>
        </p:spPr>
        <p:txBody>
          <a:bodyPr/>
          <a:lstStyle>
            <a:lvl1pPr marL="0" indent="0" defTabSz="1627550">
              <a:lnSpc>
                <a:spcPct val="100000"/>
              </a:lnSpc>
              <a:spcBef>
                <a:spcPts val="1700"/>
              </a:spcBef>
              <a:buSzTx/>
              <a:buFontTx/>
              <a:buNone/>
              <a:defRPr sz="3204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232" name="Текст 68"/>
          <p:cNvSpPr>
            <a:spLocks noGrp="1"/>
          </p:cNvSpPr>
          <p:nvPr>
            <p:ph type="body" sz="quarter" idx="24" hasCustomPrompt="1"/>
          </p:nvPr>
        </p:nvSpPr>
        <p:spPr>
          <a:xfrm>
            <a:off x="6274253" y="1824559"/>
            <a:ext cx="861763" cy="346240"/>
          </a:xfrm>
          <a:prstGeom prst="rect">
            <a:avLst/>
          </a:prstGeom>
        </p:spPr>
        <p:txBody>
          <a:bodyPr/>
          <a:lstStyle>
            <a:lvl1pPr marL="0" indent="0" algn="ctr" defTabSz="1792134">
              <a:lnSpc>
                <a:spcPts val="2000"/>
              </a:lnSpc>
              <a:spcBef>
                <a:spcPts val="1900"/>
              </a:spcBef>
              <a:buSzTx/>
              <a:buFontTx/>
              <a:buNone/>
              <a:defRPr sz="1568" spc="-98">
                <a:solidFill>
                  <a:srgbClr val="0F5A05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КЕЙС</a:t>
            </a:r>
          </a:p>
        </p:txBody>
      </p:sp>
      <p:sp>
        <p:nvSpPr>
          <p:cNvPr id="233" name="Текст 68"/>
          <p:cNvSpPr>
            <a:spLocks noGrp="1"/>
          </p:cNvSpPr>
          <p:nvPr>
            <p:ph type="body" sz="quarter" idx="25" hasCustomPrompt="1"/>
          </p:nvPr>
        </p:nvSpPr>
        <p:spPr>
          <a:xfrm>
            <a:off x="14162659" y="1824559"/>
            <a:ext cx="861763" cy="346240"/>
          </a:xfrm>
          <a:prstGeom prst="rect">
            <a:avLst/>
          </a:prstGeom>
        </p:spPr>
        <p:txBody>
          <a:bodyPr/>
          <a:lstStyle>
            <a:lvl1pPr marL="0" indent="0" algn="ctr" defTabSz="1792134">
              <a:lnSpc>
                <a:spcPts val="2000"/>
              </a:lnSpc>
              <a:spcBef>
                <a:spcPts val="1900"/>
              </a:spcBef>
              <a:buSzTx/>
              <a:buFontTx/>
              <a:buNone/>
              <a:defRPr sz="1568" spc="-98">
                <a:solidFill>
                  <a:srgbClr val="0F5A05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КЕЙС</a:t>
            </a:r>
          </a:p>
        </p:txBody>
      </p:sp>
      <p:sp>
        <p:nvSpPr>
          <p:cNvPr id="234" name="Текст 68"/>
          <p:cNvSpPr>
            <a:spLocks noGrp="1"/>
          </p:cNvSpPr>
          <p:nvPr>
            <p:ph type="body" sz="quarter" idx="26" hasCustomPrompt="1"/>
          </p:nvPr>
        </p:nvSpPr>
        <p:spPr>
          <a:xfrm>
            <a:off x="22051069" y="1824559"/>
            <a:ext cx="861763" cy="346240"/>
          </a:xfrm>
          <a:prstGeom prst="rect">
            <a:avLst/>
          </a:prstGeom>
        </p:spPr>
        <p:txBody>
          <a:bodyPr/>
          <a:lstStyle>
            <a:lvl1pPr marL="0" indent="0" algn="ctr" defTabSz="1792134">
              <a:lnSpc>
                <a:spcPts val="2000"/>
              </a:lnSpc>
              <a:spcBef>
                <a:spcPts val="1900"/>
              </a:spcBef>
              <a:buSzTx/>
              <a:buFontTx/>
              <a:buNone/>
              <a:defRPr sz="1568" spc="-98">
                <a:solidFill>
                  <a:srgbClr val="0F5A05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КЕЙС</a:t>
            </a:r>
          </a:p>
        </p:txBody>
      </p:sp>
      <p:sp>
        <p:nvSpPr>
          <p:cNvPr id="235" name="Текст 135"/>
          <p:cNvSpPr>
            <a:spLocks noGrp="1"/>
          </p:cNvSpPr>
          <p:nvPr>
            <p:ph type="body" sz="quarter" idx="27" hasCustomPrompt="1"/>
          </p:nvPr>
        </p:nvSpPr>
        <p:spPr>
          <a:xfrm>
            <a:off x="837236" y="2459912"/>
            <a:ext cx="5279869" cy="638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6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236" name="Текст 135"/>
          <p:cNvSpPr>
            <a:spLocks noGrp="1"/>
          </p:cNvSpPr>
          <p:nvPr>
            <p:ph type="body" sz="quarter" idx="28" hasCustomPrompt="1"/>
          </p:nvPr>
        </p:nvSpPr>
        <p:spPr>
          <a:xfrm>
            <a:off x="8687696" y="2459912"/>
            <a:ext cx="5095212" cy="638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6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237" name="Текст 135"/>
          <p:cNvSpPr>
            <a:spLocks noGrp="1"/>
          </p:cNvSpPr>
          <p:nvPr>
            <p:ph type="body" sz="quarter" idx="29" hasCustomPrompt="1"/>
          </p:nvPr>
        </p:nvSpPr>
        <p:spPr>
          <a:xfrm>
            <a:off x="16560457" y="2459912"/>
            <a:ext cx="4983701" cy="638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6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238" name="Текст 135"/>
          <p:cNvSpPr>
            <a:spLocks noGrp="1"/>
          </p:cNvSpPr>
          <p:nvPr>
            <p:ph type="body" sz="quarter" idx="30" hasCustomPrompt="1"/>
          </p:nvPr>
        </p:nvSpPr>
        <p:spPr>
          <a:xfrm>
            <a:off x="830455" y="7829267"/>
            <a:ext cx="4812064" cy="638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4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239" name="Текст 135"/>
          <p:cNvSpPr>
            <a:spLocks noGrp="1"/>
          </p:cNvSpPr>
          <p:nvPr>
            <p:ph type="body" sz="quarter" idx="31" hasCustomPrompt="1"/>
          </p:nvPr>
        </p:nvSpPr>
        <p:spPr>
          <a:xfrm>
            <a:off x="8762954" y="7558974"/>
            <a:ext cx="6053637" cy="6007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4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240" name="Текст 135"/>
          <p:cNvSpPr>
            <a:spLocks noGrp="1"/>
          </p:cNvSpPr>
          <p:nvPr>
            <p:ph type="body" sz="quarter" idx="32" hasCustomPrompt="1"/>
          </p:nvPr>
        </p:nvSpPr>
        <p:spPr>
          <a:xfrm>
            <a:off x="16605085" y="7752239"/>
            <a:ext cx="6391321" cy="9597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4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241" name="Текст 79"/>
          <p:cNvSpPr>
            <a:spLocks noGrp="1"/>
          </p:cNvSpPr>
          <p:nvPr>
            <p:ph type="body" sz="quarter" idx="33" hasCustomPrompt="1"/>
          </p:nvPr>
        </p:nvSpPr>
        <p:spPr>
          <a:xfrm>
            <a:off x="829729" y="6562587"/>
            <a:ext cx="6418760" cy="974775"/>
          </a:xfrm>
          <a:prstGeom prst="rect">
            <a:avLst/>
          </a:prstGeom>
        </p:spPr>
        <p:txBody>
          <a:bodyPr/>
          <a:lstStyle>
            <a:lvl1pPr marL="285767" indent="-285767">
              <a:lnSpc>
                <a:spcPct val="100000"/>
              </a:lnSpc>
              <a:defRPr sz="14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
Текст текст текст</a:t>
            </a:r>
          </a:p>
        </p:txBody>
      </p:sp>
      <p:sp>
        <p:nvSpPr>
          <p:cNvPr id="242" name="Текст 79"/>
          <p:cNvSpPr>
            <a:spLocks noGrp="1"/>
          </p:cNvSpPr>
          <p:nvPr>
            <p:ph type="body" sz="quarter" idx="34" hasCustomPrompt="1"/>
          </p:nvPr>
        </p:nvSpPr>
        <p:spPr>
          <a:xfrm>
            <a:off x="8745104" y="6537600"/>
            <a:ext cx="6418759" cy="974775"/>
          </a:xfrm>
          <a:prstGeom prst="rect">
            <a:avLst/>
          </a:prstGeom>
        </p:spPr>
        <p:txBody>
          <a:bodyPr/>
          <a:lstStyle>
            <a:lvl1pPr marL="285767" indent="-285767">
              <a:lnSpc>
                <a:spcPct val="100000"/>
              </a:lnSpc>
              <a:defRPr sz="14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
Текст текст текст</a:t>
            </a:r>
          </a:p>
        </p:txBody>
      </p:sp>
      <p:sp>
        <p:nvSpPr>
          <p:cNvPr id="243" name="Текст 79"/>
          <p:cNvSpPr>
            <a:spLocks noGrp="1"/>
          </p:cNvSpPr>
          <p:nvPr>
            <p:ph type="body" sz="quarter" idx="35" hasCustomPrompt="1"/>
          </p:nvPr>
        </p:nvSpPr>
        <p:spPr>
          <a:xfrm>
            <a:off x="16568123" y="6483201"/>
            <a:ext cx="6520357" cy="1238287"/>
          </a:xfrm>
          <a:prstGeom prst="rect">
            <a:avLst/>
          </a:prstGeom>
        </p:spPr>
        <p:txBody>
          <a:bodyPr/>
          <a:lstStyle>
            <a:lvl1pPr marL="285767" indent="-285767">
              <a:lnSpc>
                <a:spcPct val="100000"/>
              </a:lnSpc>
              <a:defRPr sz="14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
Текст текст текст</a:t>
            </a:r>
          </a:p>
        </p:txBody>
      </p:sp>
      <p:sp>
        <p:nvSpPr>
          <p:cNvPr id="244" name="Текст 68"/>
          <p:cNvSpPr>
            <a:spLocks noGrp="1"/>
          </p:cNvSpPr>
          <p:nvPr>
            <p:ph type="body" sz="quarter" idx="36" hasCustomPrompt="1"/>
          </p:nvPr>
        </p:nvSpPr>
        <p:spPr>
          <a:xfrm>
            <a:off x="785617" y="9485010"/>
            <a:ext cx="5294728" cy="568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24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245" name="Текст 68"/>
          <p:cNvSpPr>
            <a:spLocks noGrp="1"/>
          </p:cNvSpPr>
          <p:nvPr>
            <p:ph type="body" sz="quarter" idx="37" hasCustomPrompt="1"/>
          </p:nvPr>
        </p:nvSpPr>
        <p:spPr>
          <a:xfrm>
            <a:off x="8769319" y="9480518"/>
            <a:ext cx="5294727" cy="569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24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246" name="Текст 68"/>
          <p:cNvSpPr>
            <a:spLocks noGrp="1"/>
          </p:cNvSpPr>
          <p:nvPr>
            <p:ph type="body" sz="quarter" idx="38" hasCustomPrompt="1"/>
          </p:nvPr>
        </p:nvSpPr>
        <p:spPr>
          <a:xfrm>
            <a:off x="16627388" y="9500174"/>
            <a:ext cx="5294727" cy="568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24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247" name="Текст 79"/>
          <p:cNvSpPr>
            <a:spLocks noGrp="1"/>
          </p:cNvSpPr>
          <p:nvPr>
            <p:ph type="body" sz="quarter" idx="39" hasCustomPrompt="1"/>
          </p:nvPr>
        </p:nvSpPr>
        <p:spPr>
          <a:xfrm>
            <a:off x="16627388" y="10074302"/>
            <a:ext cx="6418759" cy="1557803"/>
          </a:xfrm>
          <a:prstGeom prst="rect">
            <a:avLst/>
          </a:prstGeom>
        </p:spPr>
        <p:txBody>
          <a:bodyPr/>
          <a:lstStyle>
            <a:lvl1pPr marL="285767" indent="-285767">
              <a:lnSpc>
                <a:spcPct val="100000"/>
              </a:lnSpc>
              <a:defRPr sz="13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
Текст текст текст</a:t>
            </a:r>
          </a:p>
        </p:txBody>
      </p:sp>
      <p:sp>
        <p:nvSpPr>
          <p:cNvPr id="248" name="Текст 135"/>
          <p:cNvSpPr>
            <a:spLocks noGrp="1"/>
          </p:cNvSpPr>
          <p:nvPr>
            <p:ph type="body" sz="quarter" idx="40" hasCustomPrompt="1"/>
          </p:nvPr>
        </p:nvSpPr>
        <p:spPr>
          <a:xfrm>
            <a:off x="8762952" y="10054043"/>
            <a:ext cx="6349968" cy="5148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4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249" name="Текст 79"/>
          <p:cNvSpPr>
            <a:spLocks noGrp="1"/>
          </p:cNvSpPr>
          <p:nvPr>
            <p:ph type="body" sz="quarter" idx="41" hasCustomPrompt="1"/>
          </p:nvPr>
        </p:nvSpPr>
        <p:spPr>
          <a:xfrm>
            <a:off x="8745104" y="10627734"/>
            <a:ext cx="6418759" cy="97477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ts val="1000"/>
              </a:lnSpc>
              <a:defRPr sz="14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
Текст текст текст</a:t>
            </a:r>
          </a:p>
        </p:txBody>
      </p:sp>
      <p:sp>
        <p:nvSpPr>
          <p:cNvPr id="250" name="Текст 79"/>
          <p:cNvSpPr>
            <a:spLocks noGrp="1"/>
          </p:cNvSpPr>
          <p:nvPr>
            <p:ph type="body" sz="quarter" idx="42" hasCustomPrompt="1"/>
          </p:nvPr>
        </p:nvSpPr>
        <p:spPr>
          <a:xfrm>
            <a:off x="972604" y="10220445"/>
            <a:ext cx="6418760" cy="1453069"/>
          </a:xfrm>
          <a:prstGeom prst="rect">
            <a:avLst/>
          </a:prstGeom>
        </p:spPr>
        <p:txBody>
          <a:bodyPr/>
          <a:lstStyle>
            <a:lvl1pPr marL="285767" indent="-285767">
              <a:lnSpc>
                <a:spcPct val="100000"/>
              </a:lnSpc>
              <a:defRPr sz="14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
Текст текст текст</a:t>
            </a:r>
          </a:p>
        </p:txBody>
      </p:sp>
      <p:sp>
        <p:nvSpPr>
          <p:cNvPr id="2" name="Текст 79">
            <a:extLst>
              <a:ext uri="{FF2B5EF4-FFF2-40B4-BE49-F238E27FC236}">
                <a16:creationId xmlns:a16="http://schemas.microsoft.com/office/drawing/2014/main" id="{375FFC5C-87FD-3C93-391B-21996CA0BCF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324093" y="12682529"/>
            <a:ext cx="3567627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-28" normalizeH="0" baseline="0" dirty="0">
                <a:ln>
                  <a:noFill/>
                </a:ln>
                <a:solidFill>
                  <a:srgbClr val="0F5A05"/>
                </a:solidFill>
                <a:effectLst/>
                <a:uFillTx/>
                <a:latin typeface="X5 Sans Regular"/>
                <a:ea typeface="X5 Sans Regular"/>
                <a:cs typeface="X5 Sans Regular"/>
                <a:sym typeface="X5 Sans Regular"/>
              </a:defRPr>
            </a:lvl1pPr>
          </a:lstStyle>
          <a:p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текст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BB30DB4-7CA0-5C4A-B262-0B9D25E9CA4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3708" y="12547943"/>
            <a:ext cx="698400" cy="4939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0"/>
          <p:cNvSpPr/>
          <p:nvPr/>
        </p:nvSpPr>
        <p:spPr>
          <a:xfrm>
            <a:off x="9767520" y="4025900"/>
            <a:ext cx="3556447" cy="1524000"/>
          </a:xfrm>
          <a:prstGeom prst="roundRect">
            <a:avLst>
              <a:gd name="adj" fmla="val 16800"/>
            </a:avLst>
          </a:prstGeom>
          <a:ln w="12700">
            <a:solidFill>
              <a:srgbClr val="0F5A0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6" name="Shape 1"/>
          <p:cNvSpPr/>
          <p:nvPr/>
        </p:nvSpPr>
        <p:spPr>
          <a:xfrm>
            <a:off x="9767520" y="6680200"/>
            <a:ext cx="3556447" cy="889000"/>
          </a:xfrm>
          <a:prstGeom prst="roundRect">
            <a:avLst>
              <a:gd name="adj" fmla="val 28800"/>
            </a:avLst>
          </a:prstGeom>
          <a:ln w="12700">
            <a:solidFill>
              <a:srgbClr val="0F5A0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7" name="Shape 2"/>
          <p:cNvSpPr/>
          <p:nvPr/>
        </p:nvSpPr>
        <p:spPr>
          <a:xfrm>
            <a:off x="9767520" y="5664200"/>
            <a:ext cx="3556447" cy="889000"/>
          </a:xfrm>
          <a:prstGeom prst="roundRect">
            <a:avLst>
              <a:gd name="adj" fmla="val 28800"/>
            </a:avLst>
          </a:prstGeom>
          <a:ln w="12700">
            <a:solidFill>
              <a:srgbClr val="0F5A0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8" name="Shape 3"/>
          <p:cNvSpPr/>
          <p:nvPr/>
        </p:nvSpPr>
        <p:spPr>
          <a:xfrm>
            <a:off x="12168120" y="5410200"/>
            <a:ext cx="635081" cy="355600"/>
          </a:xfrm>
          <a:prstGeom prst="rect">
            <a:avLst/>
          </a:prstGeom>
          <a:solidFill>
            <a:schemeClr val="accent6">
              <a:hueOff val="-5353846"/>
              <a:satOff val="-95121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9" name="Shape 4"/>
          <p:cNvSpPr/>
          <p:nvPr/>
        </p:nvSpPr>
        <p:spPr>
          <a:xfrm>
            <a:off x="10682034" y="6451600"/>
            <a:ext cx="622380" cy="355600"/>
          </a:xfrm>
          <a:prstGeom prst="rect">
            <a:avLst/>
          </a:prstGeom>
          <a:solidFill>
            <a:schemeClr val="accent6">
              <a:hueOff val="-5353846"/>
              <a:satOff val="-95121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0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62" y="12253545"/>
            <a:ext cx="23370923" cy="1092202"/>
          </a:xfrm>
          <a:prstGeom prst="rect">
            <a:avLst/>
          </a:prstGeom>
          <a:ln w="12700">
            <a:miter lim="400000"/>
          </a:ln>
        </p:spPr>
      </p:pic>
      <p:pic>
        <p:nvPicPr>
          <p:cNvPr id="301" name="Image 2" descr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992" y="12236450"/>
            <a:ext cx="12704" cy="1079500"/>
          </a:xfrm>
          <a:prstGeom prst="rect">
            <a:avLst/>
          </a:prstGeom>
          <a:ln w="12700">
            <a:miter lim="400000"/>
          </a:ln>
        </p:spPr>
      </p:pic>
      <p:sp>
        <p:nvSpPr>
          <p:cNvPr id="302" name="Shape 9"/>
          <p:cNvSpPr/>
          <p:nvPr/>
        </p:nvSpPr>
        <p:spPr>
          <a:xfrm>
            <a:off x="2972169" y="7696200"/>
            <a:ext cx="6655635" cy="889000"/>
          </a:xfrm>
          <a:prstGeom prst="roundRect">
            <a:avLst>
              <a:gd name="adj" fmla="val 28800"/>
            </a:avLst>
          </a:prstGeom>
          <a:ln w="12700">
            <a:solidFill>
              <a:srgbClr val="000000">
                <a:alpha val="20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3" name="Shape 10"/>
          <p:cNvSpPr/>
          <p:nvPr/>
        </p:nvSpPr>
        <p:spPr>
          <a:xfrm>
            <a:off x="2984873" y="4025900"/>
            <a:ext cx="6655632" cy="1524000"/>
          </a:xfrm>
          <a:prstGeom prst="roundRect">
            <a:avLst>
              <a:gd name="adj" fmla="val 16800"/>
            </a:avLst>
          </a:prstGeom>
          <a:ln w="12700">
            <a:solidFill>
              <a:srgbClr val="0F5A0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4" name="Shape 11"/>
          <p:cNvSpPr/>
          <p:nvPr/>
        </p:nvSpPr>
        <p:spPr>
          <a:xfrm>
            <a:off x="9767520" y="3009900"/>
            <a:ext cx="3556447" cy="889000"/>
          </a:xfrm>
          <a:prstGeom prst="roundRect">
            <a:avLst>
              <a:gd name="adj" fmla="val 28800"/>
            </a:avLst>
          </a:prstGeom>
          <a:ln w="12700">
            <a:solidFill>
              <a:srgbClr val="0F5A0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5" name="Shape 12"/>
          <p:cNvSpPr/>
          <p:nvPr/>
        </p:nvSpPr>
        <p:spPr>
          <a:xfrm>
            <a:off x="2984873" y="3009900"/>
            <a:ext cx="6642931" cy="889000"/>
          </a:xfrm>
          <a:prstGeom prst="roundRect">
            <a:avLst>
              <a:gd name="adj" fmla="val 28800"/>
            </a:avLst>
          </a:prstGeom>
          <a:ln w="12700">
            <a:solidFill>
              <a:srgbClr val="000000">
                <a:alpha val="20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6" name="Shape 13"/>
          <p:cNvSpPr/>
          <p:nvPr/>
        </p:nvSpPr>
        <p:spPr>
          <a:xfrm>
            <a:off x="2984873" y="5664200"/>
            <a:ext cx="6642931" cy="889000"/>
          </a:xfrm>
          <a:prstGeom prst="roundRect">
            <a:avLst>
              <a:gd name="adj" fmla="val 28800"/>
            </a:avLst>
          </a:prstGeom>
          <a:ln w="12700">
            <a:solidFill>
              <a:srgbClr val="000000">
                <a:alpha val="20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7" name="Shape 14"/>
          <p:cNvSpPr/>
          <p:nvPr/>
        </p:nvSpPr>
        <p:spPr>
          <a:xfrm>
            <a:off x="2984873" y="6680200"/>
            <a:ext cx="6642931" cy="889000"/>
          </a:xfrm>
          <a:prstGeom prst="roundRect">
            <a:avLst>
              <a:gd name="adj" fmla="val 28800"/>
            </a:avLst>
          </a:prstGeom>
          <a:ln w="12700">
            <a:solidFill>
              <a:srgbClr val="000000">
                <a:alpha val="20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8" name="Shape 15"/>
          <p:cNvSpPr/>
          <p:nvPr/>
        </p:nvSpPr>
        <p:spPr>
          <a:xfrm>
            <a:off x="2984873" y="8699500"/>
            <a:ext cx="6642931" cy="1524000"/>
          </a:xfrm>
          <a:prstGeom prst="roundRect">
            <a:avLst>
              <a:gd name="adj" fmla="val 16800"/>
            </a:avLst>
          </a:prstGeom>
          <a:ln w="12700">
            <a:solidFill>
              <a:srgbClr val="000000">
                <a:alpha val="20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9" name="Shape 18"/>
          <p:cNvSpPr/>
          <p:nvPr/>
        </p:nvSpPr>
        <p:spPr>
          <a:xfrm>
            <a:off x="9767520" y="7696200"/>
            <a:ext cx="3556447" cy="889000"/>
          </a:xfrm>
          <a:prstGeom prst="roundRect">
            <a:avLst>
              <a:gd name="adj" fmla="val 28800"/>
            </a:avLst>
          </a:prstGeom>
          <a:ln w="12700">
            <a:solidFill>
              <a:srgbClr val="000000">
                <a:alpha val="20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10" name="Image 23" descr="Imag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3552" y="3009900"/>
            <a:ext cx="5855434" cy="5575300"/>
          </a:xfrm>
          <a:prstGeom prst="rect">
            <a:avLst/>
          </a:prstGeom>
          <a:ln w="12700">
            <a:miter lim="400000"/>
          </a:ln>
        </p:spPr>
      </p:pic>
      <p:sp>
        <p:nvSpPr>
          <p:cNvPr id="311" name="Shape 19"/>
          <p:cNvSpPr/>
          <p:nvPr/>
        </p:nvSpPr>
        <p:spPr>
          <a:xfrm>
            <a:off x="13450980" y="8712200"/>
            <a:ext cx="2159272" cy="1524000"/>
          </a:xfrm>
          <a:prstGeom prst="roundRect">
            <a:avLst>
              <a:gd name="adj" fmla="val 16800"/>
            </a:avLst>
          </a:prstGeom>
          <a:ln w="12700">
            <a:solidFill>
              <a:srgbClr val="000000">
                <a:alpha val="20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2" name="Shape 20"/>
          <p:cNvSpPr/>
          <p:nvPr/>
        </p:nvSpPr>
        <p:spPr>
          <a:xfrm>
            <a:off x="13450980" y="3009900"/>
            <a:ext cx="2159272" cy="4559300"/>
          </a:xfrm>
          <a:prstGeom prst="roundRect">
            <a:avLst>
              <a:gd name="adj" fmla="val 11857"/>
            </a:avLst>
          </a:prstGeom>
          <a:ln w="12700">
            <a:solidFill>
              <a:srgbClr val="000000">
                <a:alpha val="20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3" name="Shape 21"/>
          <p:cNvSpPr/>
          <p:nvPr/>
        </p:nvSpPr>
        <p:spPr>
          <a:xfrm>
            <a:off x="15737267" y="3009900"/>
            <a:ext cx="2159272" cy="5575300"/>
          </a:xfrm>
          <a:prstGeom prst="roundRect">
            <a:avLst>
              <a:gd name="adj" fmla="val 11857"/>
            </a:avLst>
          </a:prstGeom>
          <a:ln w="12700">
            <a:solidFill>
              <a:srgbClr val="000000">
                <a:alpha val="20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14" name="Image 24" descr="Imag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4278" y="6356350"/>
            <a:ext cx="73334" cy="539750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Shape 22"/>
          <p:cNvSpPr/>
          <p:nvPr/>
        </p:nvSpPr>
        <p:spPr>
          <a:xfrm>
            <a:off x="10859857" y="6413500"/>
            <a:ext cx="381050" cy="381000"/>
          </a:xfrm>
          <a:prstGeom prst="roundRect">
            <a:avLst>
              <a:gd name="adj" fmla="val 26400"/>
            </a:avLst>
          </a:prstGeom>
          <a:solidFill>
            <a:srgbClr val="3751A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6" name="Text 23"/>
          <p:cNvSpPr txBox="1"/>
          <p:nvPr/>
        </p:nvSpPr>
        <p:spPr>
          <a:xfrm>
            <a:off x="10927612" y="6524934"/>
            <a:ext cx="255725" cy="153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200"/>
              </a:lnSpc>
              <a:defRPr sz="1000">
                <a:solidFill>
                  <a:schemeClr val="accent6">
                    <a:hueOff val="-5353846"/>
                    <a:satOff val="-95121"/>
                    <a:lumOff val="8039"/>
                  </a:schemeClr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02</a:t>
            </a:r>
          </a:p>
        </p:txBody>
      </p:sp>
      <p:sp>
        <p:nvSpPr>
          <p:cNvPr id="317" name="Shape 24"/>
          <p:cNvSpPr/>
          <p:nvPr/>
        </p:nvSpPr>
        <p:spPr>
          <a:xfrm>
            <a:off x="12345943" y="5410200"/>
            <a:ext cx="381050" cy="381000"/>
          </a:xfrm>
          <a:prstGeom prst="roundRect">
            <a:avLst>
              <a:gd name="adj" fmla="val 26400"/>
            </a:avLst>
          </a:prstGeom>
          <a:solidFill>
            <a:srgbClr val="3751A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8" name="Text 25"/>
          <p:cNvSpPr txBox="1"/>
          <p:nvPr/>
        </p:nvSpPr>
        <p:spPr>
          <a:xfrm>
            <a:off x="12426374" y="5521633"/>
            <a:ext cx="210001" cy="153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200"/>
              </a:lnSpc>
              <a:defRPr sz="1000">
                <a:solidFill>
                  <a:schemeClr val="accent6">
                    <a:hueOff val="-5353846"/>
                    <a:satOff val="-95121"/>
                    <a:lumOff val="8039"/>
                  </a:schemeClr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01</a:t>
            </a:r>
          </a:p>
        </p:txBody>
      </p:sp>
      <p:pic>
        <p:nvPicPr>
          <p:cNvPr id="319" name="Image 25" descr="Imag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20364" y="5010150"/>
            <a:ext cx="73334" cy="93345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0" name="Image 26" descr="Imag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7520" y="8712200"/>
            <a:ext cx="3556447" cy="1524000"/>
          </a:xfrm>
          <a:prstGeom prst="rect">
            <a:avLst/>
          </a:prstGeom>
          <a:ln w="12700">
            <a:miter lim="400000"/>
          </a:ln>
        </p:spPr>
      </p:pic>
      <p:sp>
        <p:nvSpPr>
          <p:cNvPr id="321" name="Shape 26"/>
          <p:cNvSpPr/>
          <p:nvPr/>
        </p:nvSpPr>
        <p:spPr>
          <a:xfrm>
            <a:off x="13450980" y="7696200"/>
            <a:ext cx="2159272" cy="889000"/>
          </a:xfrm>
          <a:prstGeom prst="roundRect">
            <a:avLst>
              <a:gd name="adj" fmla="val 28800"/>
            </a:avLst>
          </a:prstGeom>
          <a:ln w="12700">
            <a:solidFill>
              <a:srgbClr val="0F5A05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22" name="Image 27" descr="Imag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37267" y="8712200"/>
            <a:ext cx="2159272" cy="152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3" name="Image 28" descr="Imag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23552" y="8712200"/>
            <a:ext cx="5855434" cy="152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4" name="Image 29" descr="Image 2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84873" y="10363200"/>
            <a:ext cx="6642931" cy="1536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5" name="Image 30" descr="Image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50980" y="10375900"/>
            <a:ext cx="2159272" cy="152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" name="Image 31" descr="Image 3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67520" y="10375900"/>
            <a:ext cx="3556447" cy="152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7" name="Image 32" descr="Image 3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37267" y="10375900"/>
            <a:ext cx="2159272" cy="152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8" name="Image 33" descr="Image 3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023552" y="10375900"/>
            <a:ext cx="5855434" cy="1524000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Shape 28"/>
          <p:cNvSpPr/>
          <p:nvPr/>
        </p:nvSpPr>
        <p:spPr>
          <a:xfrm>
            <a:off x="2972169" y="2184400"/>
            <a:ext cx="6668336" cy="635000"/>
          </a:xfrm>
          <a:prstGeom prst="roundRect">
            <a:avLst>
              <a:gd name="adj" fmla="val 50000"/>
            </a:avLst>
          </a:prstGeom>
          <a:solidFill>
            <a:srgbClr val="0F5A0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0" name="Shape 38"/>
          <p:cNvSpPr/>
          <p:nvPr/>
        </p:nvSpPr>
        <p:spPr>
          <a:xfrm>
            <a:off x="9767520" y="2184400"/>
            <a:ext cx="3556447" cy="635000"/>
          </a:xfrm>
          <a:prstGeom prst="roundRect">
            <a:avLst>
              <a:gd name="adj" fmla="val 50000"/>
            </a:avLst>
          </a:prstGeom>
          <a:solidFill>
            <a:srgbClr val="0F5A0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1" name="Shape 39"/>
          <p:cNvSpPr/>
          <p:nvPr/>
        </p:nvSpPr>
        <p:spPr>
          <a:xfrm>
            <a:off x="13450980" y="2184400"/>
            <a:ext cx="2159272" cy="635000"/>
          </a:xfrm>
          <a:prstGeom prst="roundRect">
            <a:avLst>
              <a:gd name="adj" fmla="val 50000"/>
            </a:avLst>
          </a:prstGeom>
          <a:solidFill>
            <a:srgbClr val="0F5A0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2" name="Shape 40"/>
          <p:cNvSpPr/>
          <p:nvPr/>
        </p:nvSpPr>
        <p:spPr>
          <a:xfrm>
            <a:off x="15737267" y="2184400"/>
            <a:ext cx="2159272" cy="635000"/>
          </a:xfrm>
          <a:prstGeom prst="roundRect">
            <a:avLst>
              <a:gd name="adj" fmla="val 50000"/>
            </a:avLst>
          </a:prstGeom>
          <a:solidFill>
            <a:srgbClr val="0F5A0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33" name="Image 34" descr="Image 3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972746" y="2184400"/>
            <a:ext cx="5906240" cy="635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4" name="Image 65" descr="Image 6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8537" y="1260475"/>
            <a:ext cx="2508564" cy="19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5" name="Image 66" descr="Image 6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8537" y="2174875"/>
            <a:ext cx="2508564" cy="19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6" name="Image 67" descr="Image 6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8537" y="3000375"/>
            <a:ext cx="2508564" cy="19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7" name="Image 68" descr="Image 6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8537" y="4016375"/>
            <a:ext cx="2508564" cy="19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8" name="Image 69" descr="Image 6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8537" y="6670675"/>
            <a:ext cx="2508564" cy="19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9" name="Image 70" descr="Image 7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8537" y="7686675"/>
            <a:ext cx="2508564" cy="19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340" name="Image 71" descr="Image 7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8537" y="8702675"/>
            <a:ext cx="2508564" cy="19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341" name="Image 72" descr="Image 7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8537" y="5654675"/>
            <a:ext cx="2508564" cy="19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342" name="Image 73" descr="Image 7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97574" y="1270000"/>
            <a:ext cx="20881413" cy="787400"/>
          </a:xfrm>
          <a:prstGeom prst="rect">
            <a:avLst/>
          </a:prstGeom>
          <a:ln w="12700">
            <a:miter lim="400000"/>
          </a:ln>
        </p:spPr>
      </p:pic>
      <p:sp>
        <p:nvSpPr>
          <p:cNvPr id="343" name="Shape 47"/>
          <p:cNvSpPr/>
          <p:nvPr/>
        </p:nvSpPr>
        <p:spPr>
          <a:xfrm>
            <a:off x="11672758" y="279400"/>
            <a:ext cx="381050" cy="381000"/>
          </a:xfrm>
          <a:prstGeom prst="roundRect">
            <a:avLst>
              <a:gd name="adj" fmla="val 26400"/>
            </a:avLst>
          </a:prstGeom>
          <a:solidFill>
            <a:srgbClr val="3751A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4" name="Text 48"/>
          <p:cNvSpPr txBox="1"/>
          <p:nvPr/>
        </p:nvSpPr>
        <p:spPr>
          <a:xfrm>
            <a:off x="11753190" y="387626"/>
            <a:ext cx="210001" cy="153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200"/>
              </a:lnSpc>
              <a:defRPr sz="1000">
                <a:solidFill>
                  <a:schemeClr val="accent6">
                    <a:hueOff val="-5353846"/>
                    <a:satOff val="-95121"/>
                    <a:lumOff val="8039"/>
                  </a:schemeClr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01</a:t>
            </a:r>
          </a:p>
        </p:txBody>
      </p:sp>
      <p:sp>
        <p:nvSpPr>
          <p:cNvPr id="345" name="Shape 49"/>
          <p:cNvSpPr/>
          <p:nvPr/>
        </p:nvSpPr>
        <p:spPr>
          <a:xfrm>
            <a:off x="17413876" y="279400"/>
            <a:ext cx="381050" cy="381000"/>
          </a:xfrm>
          <a:prstGeom prst="roundRect">
            <a:avLst>
              <a:gd name="adj" fmla="val 26400"/>
            </a:avLst>
          </a:prstGeom>
          <a:solidFill>
            <a:srgbClr val="3751A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6" name="Text 50"/>
          <p:cNvSpPr txBox="1"/>
          <p:nvPr/>
        </p:nvSpPr>
        <p:spPr>
          <a:xfrm>
            <a:off x="17494307" y="387626"/>
            <a:ext cx="210001" cy="153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200"/>
              </a:lnSpc>
              <a:defRPr sz="1000">
                <a:solidFill>
                  <a:schemeClr val="accent6">
                    <a:hueOff val="-5353846"/>
                    <a:satOff val="-95121"/>
                    <a:lumOff val="8039"/>
                  </a:schemeClr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02</a:t>
            </a:r>
          </a:p>
        </p:txBody>
      </p:sp>
      <p:sp>
        <p:nvSpPr>
          <p:cNvPr id="347" name="Shape 53"/>
          <p:cNvSpPr/>
          <p:nvPr/>
        </p:nvSpPr>
        <p:spPr>
          <a:xfrm>
            <a:off x="21491086" y="279400"/>
            <a:ext cx="381050" cy="381000"/>
          </a:xfrm>
          <a:prstGeom prst="roundRect">
            <a:avLst>
              <a:gd name="adj" fmla="val 26400"/>
            </a:avLst>
          </a:prstGeom>
          <a:solidFill>
            <a:srgbClr val="EBFFD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49" name="Image 29" descr="Image 2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687" y="10356849"/>
            <a:ext cx="2333264" cy="539752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Text 35"/>
          <p:cNvSpPr txBox="1"/>
          <p:nvPr/>
        </p:nvSpPr>
        <p:spPr>
          <a:xfrm>
            <a:off x="751511" y="14288777"/>
            <a:ext cx="1884068" cy="207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sz="1400">
                <a:solidFill>
                  <a:srgbClr val="0F5A05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Зоны развития</a:t>
            </a:r>
          </a:p>
        </p:txBody>
      </p:sp>
      <p:sp>
        <p:nvSpPr>
          <p:cNvPr id="35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08001" y="226033"/>
            <a:ext cx="9616788" cy="53977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32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  <a:lvl2pPr marL="1219138" indent="-304784">
              <a:lnSpc>
                <a:spcPct val="100000"/>
              </a:lnSpc>
              <a:buFontTx/>
              <a:defRPr sz="32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2pPr>
            <a:lvl3pPr marL="2194450" indent="-365741">
              <a:lnSpc>
                <a:spcPct val="100000"/>
              </a:lnSpc>
              <a:buFontTx/>
              <a:defRPr sz="32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3pPr>
            <a:lvl4pPr marL="3149442" indent="-406379">
              <a:lnSpc>
                <a:spcPct val="100000"/>
              </a:lnSpc>
              <a:buFontTx/>
              <a:defRPr sz="32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4pPr>
            <a:lvl5pPr marL="4063796" indent="-406379">
              <a:lnSpc>
                <a:spcPct val="100000"/>
              </a:lnSpc>
              <a:buFontTx/>
              <a:defRPr sz="32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5pPr>
          </a:lstStyle>
          <a:p>
            <a:r>
              <a:t>Текст текст текст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3" name="Текст 79"/>
          <p:cNvSpPr>
            <a:spLocks noGrp="1"/>
          </p:cNvSpPr>
          <p:nvPr>
            <p:ph type="body" sz="quarter" idx="21" hasCustomPrompt="1"/>
          </p:nvPr>
        </p:nvSpPr>
        <p:spPr>
          <a:xfrm>
            <a:off x="12122952" y="290336"/>
            <a:ext cx="5099647" cy="3891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0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354" name="Текст 79"/>
          <p:cNvSpPr>
            <a:spLocks noGrp="1"/>
          </p:cNvSpPr>
          <p:nvPr>
            <p:ph type="body" sz="quarter" idx="22" hasCustomPrompt="1"/>
          </p:nvPr>
        </p:nvSpPr>
        <p:spPr>
          <a:xfrm>
            <a:off x="17896538" y="284906"/>
            <a:ext cx="3436666" cy="3891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0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355" name="Текст 79"/>
          <p:cNvSpPr>
            <a:spLocks noGrp="1"/>
          </p:cNvSpPr>
          <p:nvPr>
            <p:ph type="body" sz="quarter" idx="23" hasCustomPrompt="1"/>
          </p:nvPr>
        </p:nvSpPr>
        <p:spPr>
          <a:xfrm>
            <a:off x="21963749" y="278556"/>
            <a:ext cx="1915236" cy="3891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0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356" name="Текст 68"/>
          <p:cNvSpPr>
            <a:spLocks noGrp="1"/>
          </p:cNvSpPr>
          <p:nvPr>
            <p:ph type="body" sz="quarter" idx="24" hasCustomPrompt="1"/>
          </p:nvPr>
        </p:nvSpPr>
        <p:spPr>
          <a:xfrm>
            <a:off x="508062" y="1356470"/>
            <a:ext cx="1845069" cy="510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buSzTx/>
              <a:buFontTx/>
              <a:buNone/>
              <a:defRPr sz="14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357" name="Текст 68"/>
          <p:cNvSpPr>
            <a:spLocks noGrp="1"/>
          </p:cNvSpPr>
          <p:nvPr>
            <p:ph type="body" sz="quarter" idx="25" hasCustomPrompt="1"/>
          </p:nvPr>
        </p:nvSpPr>
        <p:spPr>
          <a:xfrm>
            <a:off x="503428" y="2281367"/>
            <a:ext cx="1845069" cy="510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buSzTx/>
              <a:buFontTx/>
              <a:buNone/>
              <a:defRPr sz="14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358" name="Текст 68"/>
          <p:cNvSpPr>
            <a:spLocks noGrp="1"/>
          </p:cNvSpPr>
          <p:nvPr>
            <p:ph type="body" sz="quarter" idx="26" hasCustomPrompt="1"/>
          </p:nvPr>
        </p:nvSpPr>
        <p:spPr>
          <a:xfrm>
            <a:off x="497953" y="3100704"/>
            <a:ext cx="1845069" cy="510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buSzTx/>
              <a:buFontTx/>
              <a:buNone/>
              <a:defRPr sz="14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359" name="Текст 68"/>
          <p:cNvSpPr>
            <a:spLocks noGrp="1"/>
          </p:cNvSpPr>
          <p:nvPr>
            <p:ph type="body" sz="quarter" idx="27" hasCustomPrompt="1"/>
          </p:nvPr>
        </p:nvSpPr>
        <p:spPr>
          <a:xfrm>
            <a:off x="493396" y="4129404"/>
            <a:ext cx="1845069" cy="510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buSzTx/>
              <a:buFontTx/>
              <a:buNone/>
              <a:defRPr sz="14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360" name="Текст 68"/>
          <p:cNvSpPr>
            <a:spLocks noGrp="1"/>
          </p:cNvSpPr>
          <p:nvPr>
            <p:ph type="body" sz="quarter" idx="28" hasCustomPrompt="1"/>
          </p:nvPr>
        </p:nvSpPr>
        <p:spPr>
          <a:xfrm>
            <a:off x="492477" y="5743707"/>
            <a:ext cx="1845070" cy="510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buSzTx/>
              <a:buFontTx/>
              <a:buNone/>
              <a:defRPr sz="14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361" name="Текст 68"/>
          <p:cNvSpPr>
            <a:spLocks noGrp="1"/>
          </p:cNvSpPr>
          <p:nvPr>
            <p:ph type="body" sz="quarter" idx="29" hasCustomPrompt="1"/>
          </p:nvPr>
        </p:nvSpPr>
        <p:spPr>
          <a:xfrm>
            <a:off x="507174" y="6767279"/>
            <a:ext cx="1845069" cy="510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buSzTx/>
              <a:buFontTx/>
              <a:buNone/>
              <a:defRPr sz="14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362" name="Текст 68"/>
          <p:cNvSpPr>
            <a:spLocks noGrp="1"/>
          </p:cNvSpPr>
          <p:nvPr>
            <p:ph type="body" sz="quarter" idx="30" hasCustomPrompt="1"/>
          </p:nvPr>
        </p:nvSpPr>
        <p:spPr>
          <a:xfrm>
            <a:off x="500403" y="7782569"/>
            <a:ext cx="1863209" cy="510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buSzTx/>
              <a:buFontTx/>
              <a:buNone/>
              <a:defRPr sz="14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363" name="Текст 68"/>
          <p:cNvSpPr>
            <a:spLocks noGrp="1"/>
          </p:cNvSpPr>
          <p:nvPr>
            <p:ph type="body" sz="quarter" idx="31" hasCustomPrompt="1"/>
          </p:nvPr>
        </p:nvSpPr>
        <p:spPr>
          <a:xfrm>
            <a:off x="503428" y="8815705"/>
            <a:ext cx="1845069" cy="510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buSzTx/>
              <a:buFontTx/>
              <a:buNone/>
              <a:defRPr sz="14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364" name="Текст 68"/>
          <p:cNvSpPr>
            <a:spLocks noGrp="1"/>
          </p:cNvSpPr>
          <p:nvPr>
            <p:ph type="body" sz="quarter" idx="32" hasCustomPrompt="1"/>
          </p:nvPr>
        </p:nvSpPr>
        <p:spPr>
          <a:xfrm>
            <a:off x="4415700" y="2381913"/>
            <a:ext cx="3611307" cy="252674"/>
          </a:xfrm>
          <a:prstGeom prst="rect">
            <a:avLst/>
          </a:prstGeom>
        </p:spPr>
        <p:txBody>
          <a:bodyPr/>
          <a:lstStyle>
            <a:lvl1pPr marL="0" indent="0" algn="ctr" defTabSz="1664125">
              <a:lnSpc>
                <a:spcPts val="1200"/>
              </a:lnSpc>
              <a:spcBef>
                <a:spcPts val="1800"/>
              </a:spcBef>
              <a:buSzTx/>
              <a:buFontTx/>
              <a:buNone/>
              <a:defRPr sz="1274">
                <a:solidFill>
                  <a:srgbClr val="F8FFFF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365" name="Текст 68"/>
          <p:cNvSpPr>
            <a:spLocks noGrp="1"/>
          </p:cNvSpPr>
          <p:nvPr>
            <p:ph type="body" sz="quarter" idx="33" hasCustomPrompt="1"/>
          </p:nvPr>
        </p:nvSpPr>
        <p:spPr>
          <a:xfrm>
            <a:off x="9749334" y="2381913"/>
            <a:ext cx="3611306" cy="252674"/>
          </a:xfrm>
          <a:prstGeom prst="rect">
            <a:avLst/>
          </a:prstGeom>
        </p:spPr>
        <p:txBody>
          <a:bodyPr/>
          <a:lstStyle>
            <a:lvl1pPr marL="0" indent="0" algn="ctr" defTabSz="1664125">
              <a:lnSpc>
                <a:spcPts val="1200"/>
              </a:lnSpc>
              <a:spcBef>
                <a:spcPts val="1800"/>
              </a:spcBef>
              <a:buSzTx/>
              <a:buFontTx/>
              <a:buNone/>
              <a:defRPr sz="1274">
                <a:solidFill>
                  <a:srgbClr val="F8FFFF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366" name="Текст 68"/>
          <p:cNvSpPr>
            <a:spLocks noGrp="1"/>
          </p:cNvSpPr>
          <p:nvPr>
            <p:ph type="body" sz="quarter" idx="34" hasCustomPrompt="1"/>
          </p:nvPr>
        </p:nvSpPr>
        <p:spPr>
          <a:xfrm>
            <a:off x="13532412" y="2377213"/>
            <a:ext cx="1996407" cy="43295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1400"/>
              </a:lnSpc>
              <a:buSzTx/>
              <a:buFontTx/>
              <a:buNone/>
              <a:defRPr sz="1400">
                <a:solidFill>
                  <a:srgbClr val="F8FFFF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</a:t>
            </a:r>
          </a:p>
        </p:txBody>
      </p:sp>
      <p:sp>
        <p:nvSpPr>
          <p:cNvPr id="367" name="Текст 68"/>
          <p:cNvSpPr>
            <a:spLocks noGrp="1"/>
          </p:cNvSpPr>
          <p:nvPr>
            <p:ph type="body" sz="quarter" idx="35" hasCustomPrompt="1"/>
          </p:nvPr>
        </p:nvSpPr>
        <p:spPr>
          <a:xfrm>
            <a:off x="15818699" y="2360883"/>
            <a:ext cx="1996407" cy="260263"/>
          </a:xfrm>
          <a:prstGeom prst="rect">
            <a:avLst/>
          </a:prstGeom>
        </p:spPr>
        <p:txBody>
          <a:bodyPr/>
          <a:lstStyle>
            <a:lvl1pPr marL="0" indent="0" algn="ctr" defTabSz="1664125">
              <a:lnSpc>
                <a:spcPts val="1200"/>
              </a:lnSpc>
              <a:spcBef>
                <a:spcPts val="1800"/>
              </a:spcBef>
              <a:buSzTx/>
              <a:buFontTx/>
              <a:buNone/>
              <a:defRPr sz="1274">
                <a:solidFill>
                  <a:srgbClr val="F8FFFF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</a:t>
            </a:r>
          </a:p>
        </p:txBody>
      </p:sp>
      <p:sp>
        <p:nvSpPr>
          <p:cNvPr id="368" name="Текст 68"/>
          <p:cNvSpPr>
            <a:spLocks noGrp="1"/>
          </p:cNvSpPr>
          <p:nvPr>
            <p:ph type="body" sz="quarter" idx="36" hasCustomPrompt="1"/>
          </p:nvPr>
        </p:nvSpPr>
        <p:spPr>
          <a:xfrm>
            <a:off x="18812057" y="2361520"/>
            <a:ext cx="4227615" cy="29473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1400"/>
              </a:lnSpc>
              <a:buSzTx/>
              <a:buFontTx/>
              <a:buNone/>
              <a:defRPr sz="1400">
                <a:solidFill>
                  <a:srgbClr val="F8FFFF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369" name="Текст 68"/>
          <p:cNvSpPr>
            <a:spLocks noGrp="1"/>
          </p:cNvSpPr>
          <p:nvPr>
            <p:ph type="body" sz="quarter" idx="37" hasCustomPrompt="1"/>
          </p:nvPr>
        </p:nvSpPr>
        <p:spPr>
          <a:xfrm>
            <a:off x="503428" y="10489773"/>
            <a:ext cx="1845069" cy="30885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buSzTx/>
              <a:buFontTx/>
              <a:buNone/>
              <a:defRPr sz="13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370" name="Текст 68"/>
          <p:cNvSpPr>
            <a:spLocks noGrp="1"/>
          </p:cNvSpPr>
          <p:nvPr>
            <p:ph type="body" sz="quarter" idx="38" hasCustomPrompt="1"/>
          </p:nvPr>
        </p:nvSpPr>
        <p:spPr>
          <a:xfrm>
            <a:off x="3304026" y="10673195"/>
            <a:ext cx="5984461" cy="88017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1400"/>
              </a:lnSpc>
              <a:buSzTx/>
              <a:buFontTx/>
              <a:buNone/>
              <a:defRPr sz="13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371" name="Текст 68"/>
          <p:cNvSpPr>
            <a:spLocks noGrp="1"/>
          </p:cNvSpPr>
          <p:nvPr>
            <p:ph type="body" sz="quarter" idx="39" hasCustomPrompt="1"/>
          </p:nvPr>
        </p:nvSpPr>
        <p:spPr>
          <a:xfrm>
            <a:off x="9973465" y="10651422"/>
            <a:ext cx="3132937" cy="88017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1400"/>
              </a:lnSpc>
              <a:buSzTx/>
              <a:buFontTx/>
              <a:buNone/>
              <a:defRPr sz="13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372" name="Текст 68"/>
          <p:cNvSpPr>
            <a:spLocks noGrp="1"/>
          </p:cNvSpPr>
          <p:nvPr>
            <p:ph type="body" sz="quarter" idx="40" hasCustomPrompt="1"/>
          </p:nvPr>
        </p:nvSpPr>
        <p:spPr>
          <a:xfrm>
            <a:off x="13507595" y="10651422"/>
            <a:ext cx="2002495" cy="10398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1400"/>
              </a:lnSpc>
              <a:buSzTx/>
              <a:buFontTx/>
              <a:buNone/>
              <a:defRPr sz="13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373" name="Текст 68"/>
          <p:cNvSpPr>
            <a:spLocks noGrp="1"/>
          </p:cNvSpPr>
          <p:nvPr>
            <p:ph type="body" sz="quarter" idx="41" hasCustomPrompt="1"/>
          </p:nvPr>
        </p:nvSpPr>
        <p:spPr>
          <a:xfrm>
            <a:off x="15806959" y="10654127"/>
            <a:ext cx="2002495" cy="124577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1400"/>
              </a:lnSpc>
              <a:buSzTx/>
              <a:buFontTx/>
              <a:buNone/>
              <a:defRPr sz="13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374" name="Текст 68"/>
          <p:cNvSpPr>
            <a:spLocks noGrp="1"/>
          </p:cNvSpPr>
          <p:nvPr>
            <p:ph type="body" sz="quarter" idx="42" hasCustomPrompt="1"/>
          </p:nvPr>
        </p:nvSpPr>
        <p:spPr>
          <a:xfrm>
            <a:off x="18256535" y="10783005"/>
            <a:ext cx="5376350" cy="66294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1400"/>
              </a:lnSpc>
              <a:buSzTx/>
              <a:buFontTx/>
              <a:buNone/>
              <a:defRPr sz="13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2" name="Текст 79">
            <a:extLst>
              <a:ext uri="{FF2B5EF4-FFF2-40B4-BE49-F238E27FC236}">
                <a16:creationId xmlns:a16="http://schemas.microsoft.com/office/drawing/2014/main" id="{E5A001D1-CB03-AB62-63C1-CB7C714C1AC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324093" y="12682529"/>
            <a:ext cx="3567627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-28" normalizeH="0" baseline="0" dirty="0">
                <a:ln>
                  <a:noFill/>
                </a:ln>
                <a:solidFill>
                  <a:srgbClr val="0F5A05"/>
                </a:solidFill>
                <a:effectLst/>
                <a:uFillTx/>
                <a:latin typeface="X5 Sans Regular"/>
                <a:ea typeface="X5 Sans Regular"/>
                <a:cs typeface="X5 Sans Regular"/>
                <a:sym typeface="X5 Sans Regular"/>
              </a:defRPr>
            </a:lvl1pPr>
          </a:lstStyle>
          <a:p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текст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D35495-E217-3F48-E343-2CF2C2A79B94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63708" y="12547943"/>
            <a:ext cx="698400" cy="4939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98" y="12229400"/>
            <a:ext cx="23367878" cy="1092059"/>
          </a:xfrm>
          <a:prstGeom prst="rect">
            <a:avLst/>
          </a:prstGeom>
          <a:ln w="12700">
            <a:miter lim="400000"/>
          </a:ln>
        </p:spPr>
      </p:pic>
      <p:pic>
        <p:nvPicPr>
          <p:cNvPr id="404" name="Image 2" descr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739" y="12235750"/>
            <a:ext cx="12701" cy="1079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6" name="Image 24" descr="Imag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0442" y="2340562"/>
            <a:ext cx="19051" cy="4209503"/>
          </a:xfrm>
          <a:prstGeom prst="rect">
            <a:avLst/>
          </a:prstGeom>
          <a:ln w="12700">
            <a:miter lim="400000"/>
          </a:ln>
        </p:spPr>
      </p:pic>
      <p:pic>
        <p:nvPicPr>
          <p:cNvPr id="407" name="Image 25" descr="Imag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0442" y="7546885"/>
            <a:ext cx="19051" cy="4463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8" name="Image 26" descr="Imag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0395" y="2340562"/>
            <a:ext cx="19051" cy="4209503"/>
          </a:xfrm>
          <a:prstGeom prst="rect">
            <a:avLst/>
          </a:prstGeom>
          <a:ln w="12700">
            <a:miter lim="400000"/>
          </a:ln>
        </p:spPr>
      </p:pic>
      <p:pic>
        <p:nvPicPr>
          <p:cNvPr id="409" name="Image 27" descr="Imag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0442" y="1070729"/>
            <a:ext cx="19051" cy="52698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0" name="Image 28" descr="Imag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30395" y="1070729"/>
            <a:ext cx="19051" cy="52698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1" name="Image 29" descr="Imag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30395" y="7546885"/>
            <a:ext cx="19051" cy="4463470"/>
          </a:xfrm>
          <a:prstGeom prst="rect">
            <a:avLst/>
          </a:prstGeom>
          <a:ln w="12700">
            <a:miter lim="400000"/>
          </a:ln>
        </p:spPr>
      </p:pic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08001" y="431383"/>
            <a:ext cx="21069190" cy="56844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32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  <a:lvl2pPr marL="1219138" indent="-304784">
              <a:lnSpc>
                <a:spcPct val="100000"/>
              </a:lnSpc>
              <a:buFontTx/>
              <a:defRPr sz="32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2pPr>
            <a:lvl3pPr marL="2194450" indent="-365741">
              <a:lnSpc>
                <a:spcPct val="100000"/>
              </a:lnSpc>
              <a:buFontTx/>
              <a:defRPr sz="32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3pPr>
            <a:lvl4pPr marL="3149442" indent="-406379">
              <a:lnSpc>
                <a:spcPct val="100000"/>
              </a:lnSpc>
              <a:buFontTx/>
              <a:defRPr sz="32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4pPr>
            <a:lvl5pPr marL="4063796" indent="-406379">
              <a:lnSpc>
                <a:spcPct val="100000"/>
              </a:lnSpc>
              <a:buFontTx/>
              <a:defRPr sz="3200">
                <a:solidFill>
                  <a:srgbClr val="0D5906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5pPr>
          </a:lstStyle>
          <a:p>
            <a:r>
              <a:t>Текст текст текст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13" name="Текст 67"/>
          <p:cNvSpPr>
            <a:spLocks noGrp="1"/>
          </p:cNvSpPr>
          <p:nvPr>
            <p:ph type="body" sz="quarter" idx="21" hasCustomPrompt="1"/>
          </p:nvPr>
        </p:nvSpPr>
        <p:spPr>
          <a:xfrm>
            <a:off x="761996" y="1189757"/>
            <a:ext cx="3503886" cy="30177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400">
                <a:solidFill>
                  <a:srgbClr val="F8FFFF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14" name="Текст 67"/>
          <p:cNvSpPr>
            <a:spLocks noGrp="1"/>
          </p:cNvSpPr>
          <p:nvPr>
            <p:ph type="body" sz="quarter" idx="22" hasCustomPrompt="1"/>
          </p:nvPr>
        </p:nvSpPr>
        <p:spPr>
          <a:xfrm>
            <a:off x="6836944" y="1193276"/>
            <a:ext cx="3503886" cy="30177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400">
                <a:solidFill>
                  <a:srgbClr val="F8FFFF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15" name="Текст 67"/>
          <p:cNvSpPr>
            <a:spLocks noGrp="1"/>
          </p:cNvSpPr>
          <p:nvPr>
            <p:ph type="body" sz="quarter" idx="23" hasCustomPrompt="1"/>
          </p:nvPr>
        </p:nvSpPr>
        <p:spPr>
          <a:xfrm>
            <a:off x="15744071" y="1192838"/>
            <a:ext cx="3503887" cy="30177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400">
                <a:solidFill>
                  <a:srgbClr val="F8FFFF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16" name="Текст 68"/>
          <p:cNvSpPr>
            <a:spLocks noGrp="1"/>
          </p:cNvSpPr>
          <p:nvPr>
            <p:ph type="body" sz="quarter" idx="24" hasCustomPrompt="1"/>
          </p:nvPr>
        </p:nvSpPr>
        <p:spPr>
          <a:xfrm>
            <a:off x="744383" y="1826280"/>
            <a:ext cx="10713602" cy="289702"/>
          </a:xfrm>
          <a:prstGeom prst="rect">
            <a:avLst/>
          </a:prstGeom>
        </p:spPr>
        <p:txBody>
          <a:bodyPr/>
          <a:lstStyle>
            <a:lvl1pPr marL="0" indent="0" defTabSz="1810421">
              <a:lnSpc>
                <a:spcPct val="100000"/>
              </a:lnSpc>
              <a:spcBef>
                <a:spcPts val="1900"/>
              </a:spcBef>
              <a:buSzTx/>
              <a:buFontTx/>
              <a:buNone/>
              <a:defRPr sz="1386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17" name="Текст 68"/>
          <p:cNvSpPr>
            <a:spLocks noGrp="1"/>
          </p:cNvSpPr>
          <p:nvPr>
            <p:ph type="body" sz="quarter" idx="25" hasCustomPrompt="1"/>
          </p:nvPr>
        </p:nvSpPr>
        <p:spPr>
          <a:xfrm>
            <a:off x="739167" y="7029950"/>
            <a:ext cx="10713602" cy="289702"/>
          </a:xfrm>
          <a:prstGeom prst="rect">
            <a:avLst/>
          </a:prstGeom>
        </p:spPr>
        <p:txBody>
          <a:bodyPr/>
          <a:lstStyle>
            <a:lvl1pPr marL="0" indent="0" defTabSz="1810421">
              <a:lnSpc>
                <a:spcPct val="100000"/>
              </a:lnSpc>
              <a:spcBef>
                <a:spcPts val="1900"/>
              </a:spcBef>
              <a:buSzTx/>
              <a:buFontTx/>
              <a:buNone/>
              <a:defRPr sz="1386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18" name="Текст 79"/>
          <p:cNvSpPr>
            <a:spLocks noGrp="1"/>
          </p:cNvSpPr>
          <p:nvPr>
            <p:ph type="body" sz="quarter" idx="26" hasCustomPrompt="1"/>
          </p:nvPr>
        </p:nvSpPr>
        <p:spPr>
          <a:xfrm>
            <a:off x="691827" y="2557055"/>
            <a:ext cx="4982609" cy="7835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700"/>
              </a:lnSpc>
              <a:buSzTx/>
              <a:buFontTx/>
              <a:buNone/>
              <a:defRPr sz="16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19" name="Текст 79"/>
          <p:cNvSpPr>
            <a:spLocks noGrp="1"/>
          </p:cNvSpPr>
          <p:nvPr>
            <p:ph type="body" sz="quarter" idx="27" hasCustomPrompt="1"/>
          </p:nvPr>
        </p:nvSpPr>
        <p:spPr>
          <a:xfrm>
            <a:off x="691827" y="4144347"/>
            <a:ext cx="4982609" cy="7835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700"/>
              </a:lnSpc>
              <a:buSzTx/>
              <a:buFontTx/>
              <a:buNone/>
              <a:defRPr sz="16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20" name="Текст 79"/>
          <p:cNvSpPr>
            <a:spLocks noGrp="1"/>
          </p:cNvSpPr>
          <p:nvPr>
            <p:ph type="body" sz="quarter" idx="28" hasCustomPrompt="1"/>
          </p:nvPr>
        </p:nvSpPr>
        <p:spPr>
          <a:xfrm>
            <a:off x="691827" y="5642133"/>
            <a:ext cx="4982609" cy="9645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700"/>
              </a:lnSpc>
              <a:buSzTx/>
              <a:buFontTx/>
              <a:buNone/>
              <a:defRPr sz="16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21" name="Текст 79"/>
          <p:cNvSpPr>
            <a:spLocks noGrp="1"/>
          </p:cNvSpPr>
          <p:nvPr>
            <p:ph type="body" sz="quarter" idx="29" hasCustomPrompt="1"/>
          </p:nvPr>
        </p:nvSpPr>
        <p:spPr>
          <a:xfrm>
            <a:off x="691827" y="7759582"/>
            <a:ext cx="4982609" cy="7835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700"/>
              </a:lnSpc>
              <a:buSzTx/>
              <a:buFontTx/>
              <a:buNone/>
              <a:defRPr sz="16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22" name="Текст 79"/>
          <p:cNvSpPr>
            <a:spLocks noGrp="1"/>
          </p:cNvSpPr>
          <p:nvPr>
            <p:ph type="body" sz="quarter" idx="30" hasCustomPrompt="1"/>
          </p:nvPr>
        </p:nvSpPr>
        <p:spPr>
          <a:xfrm>
            <a:off x="691826" y="9329786"/>
            <a:ext cx="4982609" cy="7835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700"/>
              </a:lnSpc>
              <a:buSzTx/>
              <a:buFontTx/>
              <a:buNone/>
              <a:defRPr sz="16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23" name="Текст 79"/>
          <p:cNvSpPr>
            <a:spLocks noGrp="1"/>
          </p:cNvSpPr>
          <p:nvPr>
            <p:ph type="body" sz="quarter" idx="31" hasCustomPrompt="1"/>
          </p:nvPr>
        </p:nvSpPr>
        <p:spPr>
          <a:xfrm>
            <a:off x="738250" y="10859875"/>
            <a:ext cx="4982609" cy="7835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700"/>
              </a:lnSpc>
              <a:buSzTx/>
              <a:buFontTx/>
              <a:buNone/>
              <a:defRPr sz="16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24" name="Текст 79"/>
          <p:cNvSpPr>
            <a:spLocks noGrp="1"/>
          </p:cNvSpPr>
          <p:nvPr>
            <p:ph type="body" sz="quarter" idx="32" hasCustomPrompt="1"/>
          </p:nvPr>
        </p:nvSpPr>
        <p:spPr>
          <a:xfrm>
            <a:off x="6831370" y="2557055"/>
            <a:ext cx="8129152" cy="9739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700"/>
              </a:lnSpc>
              <a:buSzTx/>
              <a:buFontTx/>
              <a:buNone/>
              <a:defRPr sz="16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25" name="Текст 79"/>
          <p:cNvSpPr>
            <a:spLocks noGrp="1"/>
          </p:cNvSpPr>
          <p:nvPr>
            <p:ph type="body" sz="quarter" idx="33" hasCustomPrompt="1"/>
          </p:nvPr>
        </p:nvSpPr>
        <p:spPr>
          <a:xfrm>
            <a:off x="6831370" y="4144347"/>
            <a:ext cx="7713968" cy="7835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700"/>
              </a:lnSpc>
              <a:buSzTx/>
              <a:buFontTx/>
              <a:buNone/>
              <a:defRPr sz="16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26" name="Текст 79"/>
          <p:cNvSpPr>
            <a:spLocks noGrp="1"/>
          </p:cNvSpPr>
          <p:nvPr>
            <p:ph type="body" sz="quarter" idx="34" hasCustomPrompt="1"/>
          </p:nvPr>
        </p:nvSpPr>
        <p:spPr>
          <a:xfrm>
            <a:off x="6831370" y="5642133"/>
            <a:ext cx="7713968" cy="9645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700"/>
              </a:lnSpc>
              <a:buSzTx/>
              <a:buFontTx/>
              <a:buNone/>
              <a:defRPr sz="16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27" name="Текст 79"/>
          <p:cNvSpPr>
            <a:spLocks noGrp="1"/>
          </p:cNvSpPr>
          <p:nvPr>
            <p:ph type="body" sz="quarter" idx="35" hasCustomPrompt="1"/>
          </p:nvPr>
        </p:nvSpPr>
        <p:spPr>
          <a:xfrm>
            <a:off x="6831370" y="7759582"/>
            <a:ext cx="7713968" cy="7835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700"/>
              </a:lnSpc>
              <a:buSzTx/>
              <a:buFontTx/>
              <a:buNone/>
              <a:defRPr sz="16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28" name="Текст 79"/>
          <p:cNvSpPr>
            <a:spLocks noGrp="1"/>
          </p:cNvSpPr>
          <p:nvPr>
            <p:ph type="body" sz="quarter" idx="36" hasCustomPrompt="1"/>
          </p:nvPr>
        </p:nvSpPr>
        <p:spPr>
          <a:xfrm>
            <a:off x="6831369" y="9329786"/>
            <a:ext cx="7713968" cy="7835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700"/>
              </a:lnSpc>
              <a:buSzTx/>
              <a:buFontTx/>
              <a:buNone/>
              <a:defRPr sz="16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29" name="Текст 79"/>
          <p:cNvSpPr>
            <a:spLocks noGrp="1"/>
          </p:cNvSpPr>
          <p:nvPr>
            <p:ph type="body" sz="quarter" idx="37" hasCustomPrompt="1"/>
          </p:nvPr>
        </p:nvSpPr>
        <p:spPr>
          <a:xfrm>
            <a:off x="6877794" y="10859875"/>
            <a:ext cx="7713968" cy="7835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700"/>
              </a:lnSpc>
              <a:buSzTx/>
              <a:buFontTx/>
              <a:buNone/>
              <a:defRPr sz="16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30" name="Текст 79"/>
          <p:cNvSpPr>
            <a:spLocks noGrp="1"/>
          </p:cNvSpPr>
          <p:nvPr>
            <p:ph type="body" sz="quarter" idx="38" hasCustomPrompt="1"/>
          </p:nvPr>
        </p:nvSpPr>
        <p:spPr>
          <a:xfrm>
            <a:off x="15766364" y="2557055"/>
            <a:ext cx="8129152" cy="9739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700"/>
              </a:lnSpc>
              <a:buSzTx/>
              <a:buFontTx/>
              <a:buNone/>
              <a:defRPr sz="16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31" name="Текст 79"/>
          <p:cNvSpPr>
            <a:spLocks noGrp="1"/>
          </p:cNvSpPr>
          <p:nvPr>
            <p:ph type="body" sz="quarter" idx="39" hasCustomPrompt="1"/>
          </p:nvPr>
        </p:nvSpPr>
        <p:spPr>
          <a:xfrm>
            <a:off x="15766364" y="4144347"/>
            <a:ext cx="7713968" cy="7835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700"/>
              </a:lnSpc>
              <a:buSzTx/>
              <a:buFontTx/>
              <a:buNone/>
              <a:defRPr sz="16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32" name="Текст 79"/>
          <p:cNvSpPr>
            <a:spLocks noGrp="1"/>
          </p:cNvSpPr>
          <p:nvPr>
            <p:ph type="body" sz="quarter" idx="40" hasCustomPrompt="1"/>
          </p:nvPr>
        </p:nvSpPr>
        <p:spPr>
          <a:xfrm>
            <a:off x="15766364" y="5642133"/>
            <a:ext cx="7713968" cy="9645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700"/>
              </a:lnSpc>
              <a:buSzTx/>
              <a:buFontTx/>
              <a:buNone/>
              <a:defRPr sz="16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33" name="Текст 79"/>
          <p:cNvSpPr>
            <a:spLocks noGrp="1"/>
          </p:cNvSpPr>
          <p:nvPr>
            <p:ph type="body" sz="quarter" idx="41" hasCustomPrompt="1"/>
          </p:nvPr>
        </p:nvSpPr>
        <p:spPr>
          <a:xfrm>
            <a:off x="15766364" y="7759582"/>
            <a:ext cx="7713968" cy="103491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700"/>
              </a:lnSpc>
              <a:buSzTx/>
              <a:buFontTx/>
              <a:buNone/>
              <a:defRPr sz="16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34" name="Текст 79"/>
          <p:cNvSpPr>
            <a:spLocks noGrp="1"/>
          </p:cNvSpPr>
          <p:nvPr>
            <p:ph type="body" sz="quarter" idx="42" hasCustomPrompt="1"/>
          </p:nvPr>
        </p:nvSpPr>
        <p:spPr>
          <a:xfrm>
            <a:off x="15766364" y="9329786"/>
            <a:ext cx="7713968" cy="7835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700"/>
              </a:lnSpc>
              <a:buSzTx/>
              <a:buFontTx/>
              <a:buNone/>
              <a:defRPr sz="16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35" name="Текст 79"/>
          <p:cNvSpPr>
            <a:spLocks noGrp="1"/>
          </p:cNvSpPr>
          <p:nvPr>
            <p:ph type="body" sz="quarter" idx="43" hasCustomPrompt="1"/>
          </p:nvPr>
        </p:nvSpPr>
        <p:spPr>
          <a:xfrm>
            <a:off x="15812788" y="10859875"/>
            <a:ext cx="7713968" cy="7835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700"/>
              </a:lnSpc>
              <a:buSzTx/>
              <a:buFontTx/>
              <a:buNone/>
              <a:defRPr sz="1600" b="1">
                <a:solidFill>
                  <a:srgbClr val="0D5906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2" name="Текст 79">
            <a:extLst>
              <a:ext uri="{FF2B5EF4-FFF2-40B4-BE49-F238E27FC236}">
                <a16:creationId xmlns:a16="http://schemas.microsoft.com/office/drawing/2014/main" id="{CB6F9D4F-47BB-7145-3D36-BAA5B0964E4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324093" y="12682529"/>
            <a:ext cx="3567627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-28" normalizeH="0" baseline="0" dirty="0">
                <a:ln>
                  <a:noFill/>
                </a:ln>
                <a:solidFill>
                  <a:srgbClr val="0F5A05"/>
                </a:solidFill>
                <a:effectLst/>
                <a:uFillTx/>
                <a:latin typeface="X5 Sans Regular"/>
                <a:ea typeface="X5 Sans Regular"/>
                <a:cs typeface="X5 Sans Regular"/>
                <a:sym typeface="X5 Sans Regular"/>
              </a:defRPr>
            </a:lvl1pPr>
          </a:lstStyle>
          <a:p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текст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50B36CB-672D-7E36-2CD9-72384D08554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3708" y="12547943"/>
            <a:ext cx="698400" cy="4939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Image 7" descr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670" y="12649200"/>
            <a:ext cx="22820930" cy="368300"/>
          </a:xfrm>
          <a:prstGeom prst="rect">
            <a:avLst/>
          </a:prstGeom>
          <a:ln w="12700">
            <a:miter lim="400000"/>
          </a:ln>
        </p:spPr>
      </p:pic>
      <p:sp>
        <p:nvSpPr>
          <p:cNvPr id="492" name="Shape 29"/>
          <p:cNvSpPr/>
          <p:nvPr userDrawn="1"/>
        </p:nvSpPr>
        <p:spPr>
          <a:xfrm>
            <a:off x="8865028" y="12725400"/>
            <a:ext cx="6654518" cy="533400"/>
          </a:xfrm>
          <a:prstGeom prst="rect">
            <a:avLst/>
          </a:prstGeom>
          <a:solidFill>
            <a:schemeClr val="accent6">
              <a:hueOff val="-5353846"/>
              <a:satOff val="-95121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93" name="Image 8" descr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448" y="1739900"/>
            <a:ext cx="15290150" cy="368300"/>
          </a:xfrm>
          <a:prstGeom prst="rect">
            <a:avLst/>
          </a:prstGeom>
          <a:ln w="12700">
            <a:miter lim="400000"/>
          </a:ln>
        </p:spPr>
      </p:pic>
      <p:sp>
        <p:nvSpPr>
          <p:cNvPr id="49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4283" y="343749"/>
            <a:ext cx="3072689" cy="3597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20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  <a:lvl2pPr marL="1104844" indent="-190490">
              <a:lnSpc>
                <a:spcPct val="100000"/>
              </a:lnSpc>
              <a:buFontTx/>
              <a:defRPr sz="20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2pPr>
            <a:lvl3pPr marL="2057297" indent="-228588">
              <a:lnSpc>
                <a:spcPct val="100000"/>
              </a:lnSpc>
              <a:buFontTx/>
              <a:defRPr sz="20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3pPr>
            <a:lvl4pPr marL="2997050" indent="-253987">
              <a:lnSpc>
                <a:spcPct val="100000"/>
              </a:lnSpc>
              <a:buFontTx/>
              <a:defRPr sz="20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4pPr>
            <a:lvl5pPr marL="3911403" indent="-253987">
              <a:lnSpc>
                <a:spcPct val="100000"/>
              </a:lnSpc>
              <a:buFontTx/>
              <a:defRPr sz="20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5pPr>
          </a:lstStyle>
          <a:p>
            <a:r>
              <a:t>Текст текст текст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95" name="Текст 68"/>
          <p:cNvSpPr>
            <a:spLocks noGrp="1"/>
          </p:cNvSpPr>
          <p:nvPr>
            <p:ph type="body" sz="quarter" idx="21" hasCustomPrompt="1"/>
          </p:nvPr>
        </p:nvSpPr>
        <p:spPr>
          <a:xfrm>
            <a:off x="8370375" y="343749"/>
            <a:ext cx="3072688" cy="359799"/>
          </a:xfrm>
          <a:prstGeom prst="rect">
            <a:avLst/>
          </a:prstGeom>
        </p:spPr>
        <p:txBody>
          <a:bodyPr/>
          <a:lstStyle>
            <a:lvl1pPr marL="0" indent="0" defTabSz="1627550">
              <a:lnSpc>
                <a:spcPct val="100000"/>
              </a:lnSpc>
              <a:spcBef>
                <a:spcPts val="1700"/>
              </a:spcBef>
              <a:buSzTx/>
              <a:buFontTx/>
              <a:buNone/>
              <a:defRPr sz="1779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96" name="Текст 68"/>
          <p:cNvSpPr>
            <a:spLocks noGrp="1"/>
          </p:cNvSpPr>
          <p:nvPr>
            <p:ph type="body" sz="quarter" idx="22" hasCustomPrompt="1"/>
          </p:nvPr>
        </p:nvSpPr>
        <p:spPr>
          <a:xfrm>
            <a:off x="13154471" y="1529623"/>
            <a:ext cx="5473161" cy="47032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SzTx/>
              <a:buFontTx/>
              <a:buNone/>
              <a:defRPr sz="20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97" name="Текст 68"/>
          <p:cNvSpPr>
            <a:spLocks noGrp="1"/>
          </p:cNvSpPr>
          <p:nvPr>
            <p:ph type="body" sz="quarter" idx="23" hasCustomPrompt="1"/>
          </p:nvPr>
        </p:nvSpPr>
        <p:spPr>
          <a:xfrm>
            <a:off x="762509" y="2209163"/>
            <a:ext cx="5742795" cy="12452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24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98" name="Текст 68"/>
          <p:cNvSpPr>
            <a:spLocks noGrp="1"/>
          </p:cNvSpPr>
          <p:nvPr>
            <p:ph type="body" sz="quarter" idx="24" hasCustomPrompt="1"/>
          </p:nvPr>
        </p:nvSpPr>
        <p:spPr>
          <a:xfrm>
            <a:off x="8839628" y="2659259"/>
            <a:ext cx="6447094" cy="6453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34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499" name="Текст 68"/>
          <p:cNvSpPr>
            <a:spLocks noGrp="1"/>
          </p:cNvSpPr>
          <p:nvPr>
            <p:ph type="body" sz="quarter" idx="25" hasCustomPrompt="1"/>
          </p:nvPr>
        </p:nvSpPr>
        <p:spPr>
          <a:xfrm>
            <a:off x="8839628" y="3508202"/>
            <a:ext cx="6447094" cy="24142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8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500" name="Текст 68"/>
          <p:cNvSpPr>
            <a:spLocks noGrp="1"/>
          </p:cNvSpPr>
          <p:nvPr>
            <p:ph type="body" sz="quarter" idx="26" hasCustomPrompt="1"/>
          </p:nvPr>
        </p:nvSpPr>
        <p:spPr>
          <a:xfrm>
            <a:off x="16395807" y="2637638"/>
            <a:ext cx="6447093" cy="64536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34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501" name="Текст 68"/>
          <p:cNvSpPr>
            <a:spLocks noGrp="1"/>
          </p:cNvSpPr>
          <p:nvPr>
            <p:ph type="body" sz="quarter" idx="27" hasCustomPrompt="1"/>
          </p:nvPr>
        </p:nvSpPr>
        <p:spPr>
          <a:xfrm>
            <a:off x="16395807" y="3875273"/>
            <a:ext cx="6447093" cy="24142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8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502" name="Текст 68"/>
          <p:cNvSpPr>
            <a:spLocks noGrp="1"/>
          </p:cNvSpPr>
          <p:nvPr>
            <p:ph type="body" sz="quarter" idx="28" hasCustomPrompt="1"/>
          </p:nvPr>
        </p:nvSpPr>
        <p:spPr>
          <a:xfrm>
            <a:off x="16391611" y="3401043"/>
            <a:ext cx="6447094" cy="386494"/>
          </a:xfrm>
          <a:prstGeom prst="rect">
            <a:avLst/>
          </a:prstGeom>
        </p:spPr>
        <p:txBody>
          <a:bodyPr/>
          <a:lstStyle>
            <a:lvl1pPr marL="0" indent="0" defTabSz="1773847">
              <a:lnSpc>
                <a:spcPct val="100000"/>
              </a:lnSpc>
              <a:spcBef>
                <a:spcPts val="1900"/>
              </a:spcBef>
              <a:buSzTx/>
              <a:buFontTx/>
              <a:buNone/>
              <a:defRPr sz="194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503" name="Текст 68"/>
          <p:cNvSpPr>
            <a:spLocks noGrp="1"/>
          </p:cNvSpPr>
          <p:nvPr>
            <p:ph type="body" sz="quarter" idx="29" hasCustomPrompt="1"/>
          </p:nvPr>
        </p:nvSpPr>
        <p:spPr>
          <a:xfrm>
            <a:off x="16391611" y="7775643"/>
            <a:ext cx="6447094" cy="64536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34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504" name="Текст 68"/>
          <p:cNvSpPr>
            <a:spLocks noGrp="1"/>
          </p:cNvSpPr>
          <p:nvPr>
            <p:ph type="body" sz="quarter" idx="30" hasCustomPrompt="1"/>
          </p:nvPr>
        </p:nvSpPr>
        <p:spPr>
          <a:xfrm>
            <a:off x="16391611" y="9013279"/>
            <a:ext cx="6447094" cy="24142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8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505" name="Текст 68"/>
          <p:cNvSpPr>
            <a:spLocks noGrp="1"/>
          </p:cNvSpPr>
          <p:nvPr>
            <p:ph type="body" sz="quarter" idx="31" hasCustomPrompt="1"/>
          </p:nvPr>
        </p:nvSpPr>
        <p:spPr>
          <a:xfrm>
            <a:off x="16387416" y="8539049"/>
            <a:ext cx="6447094" cy="386494"/>
          </a:xfrm>
          <a:prstGeom prst="rect">
            <a:avLst/>
          </a:prstGeom>
        </p:spPr>
        <p:txBody>
          <a:bodyPr/>
          <a:lstStyle>
            <a:lvl1pPr marL="0" indent="0" defTabSz="1773847">
              <a:lnSpc>
                <a:spcPct val="100000"/>
              </a:lnSpc>
              <a:spcBef>
                <a:spcPts val="1900"/>
              </a:spcBef>
              <a:buSzTx/>
              <a:buFontTx/>
              <a:buNone/>
              <a:defRPr sz="194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506" name="Текст 68"/>
          <p:cNvSpPr>
            <a:spLocks noGrp="1"/>
          </p:cNvSpPr>
          <p:nvPr>
            <p:ph type="body" sz="quarter" idx="32" hasCustomPrompt="1"/>
          </p:nvPr>
        </p:nvSpPr>
        <p:spPr>
          <a:xfrm>
            <a:off x="1249547" y="7768772"/>
            <a:ext cx="6447094" cy="6453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34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507" name="Текст 68"/>
          <p:cNvSpPr>
            <a:spLocks noGrp="1"/>
          </p:cNvSpPr>
          <p:nvPr>
            <p:ph type="body" sz="quarter" idx="33" hasCustomPrompt="1"/>
          </p:nvPr>
        </p:nvSpPr>
        <p:spPr>
          <a:xfrm>
            <a:off x="1249547" y="9006406"/>
            <a:ext cx="6447094" cy="24142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8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508" name="Текст 68"/>
          <p:cNvSpPr>
            <a:spLocks noGrp="1"/>
          </p:cNvSpPr>
          <p:nvPr>
            <p:ph type="body" sz="quarter" idx="34" hasCustomPrompt="1"/>
          </p:nvPr>
        </p:nvSpPr>
        <p:spPr>
          <a:xfrm>
            <a:off x="1245353" y="8532176"/>
            <a:ext cx="6447093" cy="386494"/>
          </a:xfrm>
          <a:prstGeom prst="rect">
            <a:avLst/>
          </a:prstGeom>
        </p:spPr>
        <p:txBody>
          <a:bodyPr/>
          <a:lstStyle>
            <a:lvl1pPr marL="0" indent="0" defTabSz="1773847">
              <a:lnSpc>
                <a:spcPct val="100000"/>
              </a:lnSpc>
              <a:spcBef>
                <a:spcPts val="1900"/>
              </a:spcBef>
              <a:buSzTx/>
              <a:buFontTx/>
              <a:buNone/>
              <a:defRPr sz="194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509" name="Текст 68"/>
          <p:cNvSpPr>
            <a:spLocks noGrp="1"/>
          </p:cNvSpPr>
          <p:nvPr>
            <p:ph type="body" sz="quarter" idx="35" hasCustomPrompt="1"/>
          </p:nvPr>
        </p:nvSpPr>
        <p:spPr>
          <a:xfrm>
            <a:off x="8852327" y="7767077"/>
            <a:ext cx="6447094" cy="6453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34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510" name="Текст 68"/>
          <p:cNvSpPr>
            <a:spLocks noGrp="1"/>
          </p:cNvSpPr>
          <p:nvPr>
            <p:ph type="body" sz="quarter" idx="36" hasCustomPrompt="1"/>
          </p:nvPr>
        </p:nvSpPr>
        <p:spPr>
          <a:xfrm>
            <a:off x="8852327" y="8616019"/>
            <a:ext cx="6447094" cy="24142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8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511" name="Текст 68"/>
          <p:cNvSpPr>
            <a:spLocks noGrp="1"/>
          </p:cNvSpPr>
          <p:nvPr>
            <p:ph type="body" sz="quarter" idx="37" hasCustomPrompt="1"/>
          </p:nvPr>
        </p:nvSpPr>
        <p:spPr>
          <a:xfrm>
            <a:off x="8921901" y="12761572"/>
            <a:ext cx="6514518" cy="4695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SzTx/>
              <a:buFontTx/>
              <a:buNone/>
              <a:defRPr sz="20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текст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4283" y="343749"/>
            <a:ext cx="3072689" cy="3597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20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  <a:lvl2pPr marL="1104844" indent="-190490">
              <a:lnSpc>
                <a:spcPct val="100000"/>
              </a:lnSpc>
              <a:buFontTx/>
              <a:defRPr sz="20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2pPr>
            <a:lvl3pPr marL="2057297" indent="-228588">
              <a:lnSpc>
                <a:spcPct val="100000"/>
              </a:lnSpc>
              <a:buFontTx/>
              <a:defRPr sz="20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3pPr>
            <a:lvl4pPr marL="2997050" indent="-253987">
              <a:lnSpc>
                <a:spcPct val="100000"/>
              </a:lnSpc>
              <a:buFontTx/>
              <a:defRPr sz="20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4pPr>
            <a:lvl5pPr marL="3911403" indent="-253987">
              <a:lnSpc>
                <a:spcPct val="100000"/>
              </a:lnSpc>
              <a:buFontTx/>
              <a:defRPr sz="20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5pPr>
          </a:lstStyle>
          <a:p>
            <a:r>
              <a:t>Текст текст текст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81" name="Текст 68"/>
          <p:cNvSpPr>
            <a:spLocks noGrp="1"/>
          </p:cNvSpPr>
          <p:nvPr>
            <p:ph type="body" sz="quarter" idx="21" hasCustomPrompt="1"/>
          </p:nvPr>
        </p:nvSpPr>
        <p:spPr>
          <a:xfrm>
            <a:off x="8370375" y="343748"/>
            <a:ext cx="3820832" cy="4613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20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82" name="Текст 68"/>
          <p:cNvSpPr>
            <a:spLocks noGrp="1"/>
          </p:cNvSpPr>
          <p:nvPr>
            <p:ph type="body" sz="quarter" idx="22" hasCustomPrompt="1"/>
          </p:nvPr>
        </p:nvSpPr>
        <p:spPr>
          <a:xfrm>
            <a:off x="16827411" y="328927"/>
            <a:ext cx="7048464" cy="11809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26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83" name="Текст 68"/>
          <p:cNvSpPr>
            <a:spLocks noGrp="1"/>
          </p:cNvSpPr>
          <p:nvPr>
            <p:ph type="body" sz="quarter" idx="23" hasCustomPrompt="1"/>
          </p:nvPr>
        </p:nvSpPr>
        <p:spPr>
          <a:xfrm>
            <a:off x="431797" y="2801086"/>
            <a:ext cx="4669345" cy="41172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20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84" name="Текст 68"/>
          <p:cNvSpPr>
            <a:spLocks noGrp="1"/>
          </p:cNvSpPr>
          <p:nvPr>
            <p:ph type="body" sz="quarter" idx="24" hasCustomPrompt="1"/>
          </p:nvPr>
        </p:nvSpPr>
        <p:spPr>
          <a:xfrm>
            <a:off x="431797" y="3278804"/>
            <a:ext cx="4669345" cy="12371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200"/>
              </a:lnSpc>
              <a:buSzTx/>
              <a:buFontTx/>
              <a:buNone/>
              <a:defRPr sz="40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85" name="Текст 68"/>
          <p:cNvSpPr>
            <a:spLocks noGrp="1"/>
          </p:cNvSpPr>
          <p:nvPr>
            <p:ph type="body" sz="quarter" idx="25" hasCustomPrompt="1"/>
          </p:nvPr>
        </p:nvSpPr>
        <p:spPr>
          <a:xfrm>
            <a:off x="6451566" y="2791511"/>
            <a:ext cx="4669345" cy="41172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20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86" name="Текст 68"/>
          <p:cNvSpPr>
            <a:spLocks noGrp="1"/>
          </p:cNvSpPr>
          <p:nvPr>
            <p:ph type="body" sz="quarter" idx="26" hasCustomPrompt="1"/>
          </p:nvPr>
        </p:nvSpPr>
        <p:spPr>
          <a:xfrm>
            <a:off x="6451566" y="3269229"/>
            <a:ext cx="4669345" cy="12371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200"/>
              </a:lnSpc>
              <a:buSzTx/>
              <a:buFontTx/>
              <a:buNone/>
              <a:defRPr sz="40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87" name="Текст 68"/>
          <p:cNvSpPr>
            <a:spLocks noGrp="1"/>
          </p:cNvSpPr>
          <p:nvPr>
            <p:ph type="body" sz="quarter" idx="27" hasCustomPrompt="1"/>
          </p:nvPr>
        </p:nvSpPr>
        <p:spPr>
          <a:xfrm>
            <a:off x="12413278" y="2765766"/>
            <a:ext cx="4669345" cy="41172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20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88" name="Текст 68"/>
          <p:cNvSpPr>
            <a:spLocks noGrp="1"/>
          </p:cNvSpPr>
          <p:nvPr>
            <p:ph type="body" sz="quarter" idx="28" hasCustomPrompt="1"/>
          </p:nvPr>
        </p:nvSpPr>
        <p:spPr>
          <a:xfrm>
            <a:off x="12413278" y="3243484"/>
            <a:ext cx="4669345" cy="123711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200"/>
              </a:lnSpc>
              <a:buSzTx/>
              <a:buFontTx/>
              <a:buNone/>
              <a:defRPr sz="40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89" name="Текст 68"/>
          <p:cNvSpPr>
            <a:spLocks noGrp="1"/>
          </p:cNvSpPr>
          <p:nvPr>
            <p:ph type="body" sz="quarter" idx="29" hasCustomPrompt="1"/>
          </p:nvPr>
        </p:nvSpPr>
        <p:spPr>
          <a:xfrm>
            <a:off x="18324128" y="2765766"/>
            <a:ext cx="4669345" cy="41172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20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90" name="Текст 68"/>
          <p:cNvSpPr>
            <a:spLocks noGrp="1"/>
          </p:cNvSpPr>
          <p:nvPr>
            <p:ph type="body" sz="quarter" idx="30" hasCustomPrompt="1"/>
          </p:nvPr>
        </p:nvSpPr>
        <p:spPr>
          <a:xfrm>
            <a:off x="18324128" y="3243484"/>
            <a:ext cx="4669345" cy="123711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200"/>
              </a:lnSpc>
              <a:buSzTx/>
              <a:buFontTx/>
              <a:buNone/>
              <a:defRPr sz="40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91" name="Текст 68"/>
          <p:cNvSpPr>
            <a:spLocks noGrp="1"/>
          </p:cNvSpPr>
          <p:nvPr>
            <p:ph type="body" sz="quarter" idx="31" hasCustomPrompt="1"/>
          </p:nvPr>
        </p:nvSpPr>
        <p:spPr>
          <a:xfrm>
            <a:off x="431796" y="4749036"/>
            <a:ext cx="4669346" cy="20272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8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92" name="Текст 68"/>
          <p:cNvSpPr>
            <a:spLocks noGrp="1"/>
          </p:cNvSpPr>
          <p:nvPr>
            <p:ph type="body" sz="quarter" idx="32" hasCustomPrompt="1"/>
          </p:nvPr>
        </p:nvSpPr>
        <p:spPr>
          <a:xfrm>
            <a:off x="6451567" y="4749036"/>
            <a:ext cx="4669345" cy="14993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8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93" name="Текст 68"/>
          <p:cNvSpPr>
            <a:spLocks noGrp="1"/>
          </p:cNvSpPr>
          <p:nvPr>
            <p:ph type="body" sz="quarter" idx="33" hasCustomPrompt="1"/>
          </p:nvPr>
        </p:nvSpPr>
        <p:spPr>
          <a:xfrm>
            <a:off x="12413277" y="4749036"/>
            <a:ext cx="4669345" cy="14993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8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94" name="Текст 68"/>
          <p:cNvSpPr>
            <a:spLocks noGrp="1"/>
          </p:cNvSpPr>
          <p:nvPr>
            <p:ph type="body" sz="quarter" idx="34" hasCustomPrompt="1"/>
          </p:nvPr>
        </p:nvSpPr>
        <p:spPr>
          <a:xfrm>
            <a:off x="18324129" y="4749036"/>
            <a:ext cx="4669345" cy="211389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8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95" name="Текст 68"/>
          <p:cNvSpPr>
            <a:spLocks noGrp="1"/>
          </p:cNvSpPr>
          <p:nvPr>
            <p:ph type="body" sz="quarter" idx="35" hasCustomPrompt="1"/>
          </p:nvPr>
        </p:nvSpPr>
        <p:spPr>
          <a:xfrm>
            <a:off x="410025" y="6946889"/>
            <a:ext cx="4669346" cy="2027209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buFontTx/>
              <a:buAutoNum type="arabicPeriod"/>
              <a:defRPr sz="18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
Текст текст текст</a:t>
            </a:r>
          </a:p>
        </p:txBody>
      </p:sp>
      <p:sp>
        <p:nvSpPr>
          <p:cNvPr id="696" name="Текст 68"/>
          <p:cNvSpPr>
            <a:spLocks noGrp="1"/>
          </p:cNvSpPr>
          <p:nvPr>
            <p:ph type="body" sz="quarter" idx="36" hasCustomPrompt="1"/>
          </p:nvPr>
        </p:nvSpPr>
        <p:spPr>
          <a:xfrm>
            <a:off x="6429795" y="6541829"/>
            <a:ext cx="4669345" cy="6454596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buFontTx/>
              <a:buAutoNum type="arabicPeriod"/>
              <a:defRPr sz="18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
Текст текст текст
Текст текст текст
Текст текст текст
Текст текст текст</a:t>
            </a:r>
          </a:p>
        </p:txBody>
      </p:sp>
      <p:sp>
        <p:nvSpPr>
          <p:cNvPr id="697" name="Текст 68"/>
          <p:cNvSpPr>
            <a:spLocks noGrp="1"/>
          </p:cNvSpPr>
          <p:nvPr>
            <p:ph type="body" sz="quarter" idx="37" hasCustomPrompt="1"/>
          </p:nvPr>
        </p:nvSpPr>
        <p:spPr>
          <a:xfrm>
            <a:off x="12391507" y="6395815"/>
            <a:ext cx="4669345" cy="4293957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buFontTx/>
              <a:buAutoNum type="arabicPeriod"/>
              <a:defRPr sz="18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
Текст текст текст
Текст текст текст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6291" y="730251"/>
            <a:ext cx="21029832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1676291" y="3651250"/>
            <a:ext cx="21029832" cy="8702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22293014" y="12881590"/>
            <a:ext cx="413109" cy="39247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400">
                <a:solidFill>
                  <a:srgbClr val="8899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7" r:id="rId3"/>
    <p:sldLayoutId id="2147483658" r:id="rId4"/>
    <p:sldLayoutId id="2147483661" r:id="rId5"/>
    <p:sldLayoutId id="2147483663" r:id="rId6"/>
    <p:sldLayoutId id="2147483666" r:id="rId7"/>
    <p:sldLayoutId id="2147483670" r:id="rId8"/>
  </p:sldLayoutIdLst>
  <p:transition spd="med"/>
  <p:txStyles>
    <p:titleStyle>
      <a:lvl1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457176" marR="0" indent="-457176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1pPr>
      <a:lvl2pPr marL="1447727" marR="0" indent="-533373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2pPr>
      <a:lvl3pPr marL="2468756" marR="0" indent="-640047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3pPr>
      <a:lvl4pPr marL="3454227" marR="0" indent="-711164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4pPr>
      <a:lvl5pPr marL="4368581" marR="0" indent="-711164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5pPr>
      <a:lvl6pPr marL="5282936" marR="0" indent="-711164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6pPr>
      <a:lvl7pPr marL="6197290" marR="0" indent="-711164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7pPr>
      <a:lvl8pPr marL="7111644" marR="0" indent="-711164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8pPr>
      <a:lvl9pPr marL="8025997" marR="0" indent="-711163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2.svg"/><Relationship Id="rId5" Type="http://schemas.openxmlformats.org/officeDocument/2006/relationships/image" Target="../media/image46.sv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sv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.svg"/><Relationship Id="rId18" Type="http://schemas.openxmlformats.org/officeDocument/2006/relationships/image" Target="../media/image69.png"/><Relationship Id="rId26" Type="http://schemas.openxmlformats.org/officeDocument/2006/relationships/image" Target="../media/image77.png"/><Relationship Id="rId39" Type="http://schemas.openxmlformats.org/officeDocument/2006/relationships/image" Target="../media/image90.svg"/><Relationship Id="rId21" Type="http://schemas.openxmlformats.org/officeDocument/2006/relationships/image" Target="../media/image72.svg"/><Relationship Id="rId34" Type="http://schemas.openxmlformats.org/officeDocument/2006/relationships/image" Target="../media/image85.png"/><Relationship Id="rId42" Type="http://schemas.openxmlformats.org/officeDocument/2006/relationships/image" Target="../media/image93.png"/><Relationship Id="rId47" Type="http://schemas.openxmlformats.org/officeDocument/2006/relationships/image" Target="../media/image98.svg"/><Relationship Id="rId50" Type="http://schemas.openxmlformats.org/officeDocument/2006/relationships/image" Target="../media/image101.png"/><Relationship Id="rId55" Type="http://schemas.openxmlformats.org/officeDocument/2006/relationships/image" Target="../media/image106.svg"/><Relationship Id="rId7" Type="http://schemas.openxmlformats.org/officeDocument/2006/relationships/image" Target="../media/image58.svg"/><Relationship Id="rId2" Type="http://schemas.openxmlformats.org/officeDocument/2006/relationships/image" Target="../media/image53.png"/><Relationship Id="rId16" Type="http://schemas.openxmlformats.org/officeDocument/2006/relationships/image" Target="../media/image67.png"/><Relationship Id="rId29" Type="http://schemas.openxmlformats.org/officeDocument/2006/relationships/image" Target="../media/image80.svg"/><Relationship Id="rId11" Type="http://schemas.openxmlformats.org/officeDocument/2006/relationships/image" Target="../media/image62.svg"/><Relationship Id="rId24" Type="http://schemas.openxmlformats.org/officeDocument/2006/relationships/image" Target="../media/image75.png"/><Relationship Id="rId32" Type="http://schemas.openxmlformats.org/officeDocument/2006/relationships/image" Target="../media/image83.png"/><Relationship Id="rId37" Type="http://schemas.openxmlformats.org/officeDocument/2006/relationships/image" Target="../media/image88.svg"/><Relationship Id="rId40" Type="http://schemas.openxmlformats.org/officeDocument/2006/relationships/image" Target="../media/image91.png"/><Relationship Id="rId45" Type="http://schemas.openxmlformats.org/officeDocument/2006/relationships/image" Target="../media/image96.svg"/><Relationship Id="rId53" Type="http://schemas.openxmlformats.org/officeDocument/2006/relationships/image" Target="../media/image104.svg"/><Relationship Id="rId5" Type="http://schemas.openxmlformats.org/officeDocument/2006/relationships/image" Target="../media/image56.svg"/><Relationship Id="rId19" Type="http://schemas.openxmlformats.org/officeDocument/2006/relationships/image" Target="../media/image70.svg"/><Relationship Id="rId4" Type="http://schemas.openxmlformats.org/officeDocument/2006/relationships/image" Target="../media/image55.png"/><Relationship Id="rId9" Type="http://schemas.openxmlformats.org/officeDocument/2006/relationships/image" Target="../media/image60.svg"/><Relationship Id="rId14" Type="http://schemas.openxmlformats.org/officeDocument/2006/relationships/image" Target="../media/image65.png"/><Relationship Id="rId22" Type="http://schemas.openxmlformats.org/officeDocument/2006/relationships/image" Target="../media/image73.png"/><Relationship Id="rId27" Type="http://schemas.openxmlformats.org/officeDocument/2006/relationships/image" Target="../media/image78.svg"/><Relationship Id="rId30" Type="http://schemas.openxmlformats.org/officeDocument/2006/relationships/image" Target="../media/image81.png"/><Relationship Id="rId35" Type="http://schemas.openxmlformats.org/officeDocument/2006/relationships/image" Target="../media/image86.svg"/><Relationship Id="rId43" Type="http://schemas.openxmlformats.org/officeDocument/2006/relationships/image" Target="../media/image94.svg"/><Relationship Id="rId48" Type="http://schemas.openxmlformats.org/officeDocument/2006/relationships/image" Target="../media/image99.png"/><Relationship Id="rId56" Type="http://schemas.openxmlformats.org/officeDocument/2006/relationships/image" Target="../media/image107.png"/><Relationship Id="rId8" Type="http://schemas.openxmlformats.org/officeDocument/2006/relationships/image" Target="../media/image59.png"/><Relationship Id="rId51" Type="http://schemas.openxmlformats.org/officeDocument/2006/relationships/image" Target="../media/image102.svg"/><Relationship Id="rId3" Type="http://schemas.openxmlformats.org/officeDocument/2006/relationships/image" Target="../media/image54.svg"/><Relationship Id="rId12" Type="http://schemas.openxmlformats.org/officeDocument/2006/relationships/image" Target="../media/image63.png"/><Relationship Id="rId17" Type="http://schemas.openxmlformats.org/officeDocument/2006/relationships/image" Target="../media/image68.svg"/><Relationship Id="rId25" Type="http://schemas.openxmlformats.org/officeDocument/2006/relationships/image" Target="../media/image76.svg"/><Relationship Id="rId33" Type="http://schemas.openxmlformats.org/officeDocument/2006/relationships/image" Target="../media/image84.svg"/><Relationship Id="rId38" Type="http://schemas.openxmlformats.org/officeDocument/2006/relationships/image" Target="../media/image89.png"/><Relationship Id="rId46" Type="http://schemas.openxmlformats.org/officeDocument/2006/relationships/image" Target="../media/image97.png"/><Relationship Id="rId20" Type="http://schemas.openxmlformats.org/officeDocument/2006/relationships/image" Target="../media/image71.png"/><Relationship Id="rId41" Type="http://schemas.openxmlformats.org/officeDocument/2006/relationships/image" Target="../media/image92.svg"/><Relationship Id="rId54" Type="http://schemas.openxmlformats.org/officeDocument/2006/relationships/image" Target="../media/image10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7.png"/><Relationship Id="rId15" Type="http://schemas.openxmlformats.org/officeDocument/2006/relationships/image" Target="../media/image66.svg"/><Relationship Id="rId23" Type="http://schemas.openxmlformats.org/officeDocument/2006/relationships/image" Target="../media/image74.svg"/><Relationship Id="rId28" Type="http://schemas.openxmlformats.org/officeDocument/2006/relationships/image" Target="../media/image79.png"/><Relationship Id="rId36" Type="http://schemas.openxmlformats.org/officeDocument/2006/relationships/image" Target="../media/image87.png"/><Relationship Id="rId49" Type="http://schemas.openxmlformats.org/officeDocument/2006/relationships/image" Target="../media/image100.svg"/><Relationship Id="rId57" Type="http://schemas.openxmlformats.org/officeDocument/2006/relationships/image" Target="../media/image108.svg"/><Relationship Id="rId10" Type="http://schemas.openxmlformats.org/officeDocument/2006/relationships/image" Target="../media/image61.png"/><Relationship Id="rId31" Type="http://schemas.openxmlformats.org/officeDocument/2006/relationships/image" Target="../media/image82.svg"/><Relationship Id="rId44" Type="http://schemas.openxmlformats.org/officeDocument/2006/relationships/image" Target="../media/image95.png"/><Relationship Id="rId52" Type="http://schemas.openxmlformats.org/officeDocument/2006/relationships/image" Target="../media/image10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5A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C9B8F833-F9FB-50E8-F58F-89D22A184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0F74B353-F98E-C0D6-D9B5-E79F82A0932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">
            <a:extLst>
              <a:ext uri="{FF2B5EF4-FFF2-40B4-BE49-F238E27FC236}">
                <a16:creationId xmlns:a16="http://schemas.microsoft.com/office/drawing/2014/main" id="{974483EF-5FEA-44CF-BE5E-39A5AC919E69}"/>
              </a:ext>
            </a:extLst>
          </p:cNvPr>
          <p:cNvSpPr/>
          <p:nvPr/>
        </p:nvSpPr>
        <p:spPr>
          <a:xfrm>
            <a:off x="372083" y="302452"/>
            <a:ext cx="8356556" cy="969757"/>
          </a:xfrm>
          <a:prstGeom prst="roundRect">
            <a:avLst>
              <a:gd name="adj" fmla="val 17601"/>
            </a:avLst>
          </a:prstGeom>
          <a:solidFill>
            <a:srgbClr val="E5F1FF"/>
          </a:solidFill>
          <a:ln w="12700">
            <a:noFill/>
          </a:ln>
        </p:spPr>
        <p:txBody>
          <a:bodyPr lIns="45719" rIns="45719" anchor="ctr"/>
          <a:lstStyle/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Слайд – 1</a:t>
            </a:r>
            <a:r>
              <a:rPr lang="en-US" sz="2800" dirty="0">
                <a:latin typeface="X5 Sans" panose="020B0403020203020204" pitchFamily="34" charset="0"/>
                <a:ea typeface="X5 Sans" panose="020B0403020203020204" pitchFamily="34" charset="0"/>
              </a:rPr>
              <a:t> - 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Общее описание подхода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24B16EC-E4CB-402E-AA72-328458B1CEC8}"/>
              </a:ext>
            </a:extLst>
          </p:cNvPr>
          <p:cNvSpPr/>
          <p:nvPr/>
        </p:nvSpPr>
        <p:spPr>
          <a:xfrm>
            <a:off x="372083" y="1272209"/>
            <a:ext cx="21983700" cy="11295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Цель: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 выстроить единый процесс управления </a:t>
            </a:r>
            <a:r>
              <a:rPr lang="ru-RU" sz="2800" dirty="0" err="1">
                <a:latin typeface="X5 Sans" panose="020B0403020203020204" pitchFamily="34" charset="0"/>
                <a:ea typeface="X5 Sans" panose="020B0403020203020204" pitchFamily="34" charset="0"/>
              </a:rPr>
              <a:t>SoD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-рисками — от понимания фактического содержания ролей до предотвращения недопустимых сочетаний полномочий.</a:t>
            </a:r>
          </a:p>
          <a:p>
            <a:endParaRPr lang="en-US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Работа строится в два этапа: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1 этап — платформы и продукты (исключая ТОРГ системы):</a:t>
            </a:r>
          </a:p>
          <a:p>
            <a:pPr marL="457200" lvl="0" indent="76200"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 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Сфера</a:t>
            </a:r>
          </a:p>
          <a:p>
            <a:pPr marL="457200" lvl="0" indent="76200"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 Орбита</a:t>
            </a:r>
          </a:p>
          <a:p>
            <a:pPr marL="457200" lvl="0" indent="76200"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 АУРА 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2 этап — ТОРГ и другие ключевые информационные системы.</a:t>
            </a:r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Подход ко второму этапу будет уточнён по результатам первого. Далее в презентации рассматривается первый этап.</a:t>
            </a:r>
          </a:p>
          <a:p>
            <a:endParaRPr lang="en-US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Для первичного инициирования </a:t>
            </a:r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1 этапа 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работ на стороне ДР формируется дорожная карта по всему периметру выбранных платформ и входящих в них продуктов. При этом отдельно выделяются </a:t>
            </a:r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пилотные продукты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, на которых подход апробируется и уточняется до масштабирования. По результатам пилота и до масштабирования осуществляется утверждение ВНД.</a:t>
            </a:r>
          </a:p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Дорожная карта формируется таким образом, чтобы предусмотреть последовательное обследование продуктов во всех активах, где они используются. </a:t>
            </a:r>
          </a:p>
          <a:p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В рамках первого этапа </a:t>
            </a:r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продукт является единицей обследования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, которая определяет охват информационных систем, ролей, полномочий и пользователей.</a:t>
            </a:r>
          </a:p>
          <a:p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Для реализации выбранного подхода ключевое значение имеет корректное функциональное описание ролей и его соответствие полному техническому наполнению ролей. </a:t>
            </a:r>
          </a:p>
          <a:p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45203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">
            <a:extLst>
              <a:ext uri="{FF2B5EF4-FFF2-40B4-BE49-F238E27FC236}">
                <a16:creationId xmlns:a16="http://schemas.microsoft.com/office/drawing/2014/main" id="{9A3AD58F-9003-4FD6-A054-7A0D8E5CDDE0}"/>
              </a:ext>
            </a:extLst>
          </p:cNvPr>
          <p:cNvSpPr/>
          <p:nvPr/>
        </p:nvSpPr>
        <p:spPr>
          <a:xfrm>
            <a:off x="372083" y="302452"/>
            <a:ext cx="8356556" cy="969757"/>
          </a:xfrm>
          <a:prstGeom prst="roundRect">
            <a:avLst>
              <a:gd name="adj" fmla="val 17601"/>
            </a:avLst>
          </a:prstGeom>
          <a:solidFill>
            <a:srgbClr val="E5F1FF"/>
          </a:solidFill>
          <a:ln w="12700">
            <a:noFill/>
          </a:ln>
        </p:spPr>
        <p:txBody>
          <a:bodyPr lIns="45719" rIns="45719" anchor="ctr"/>
          <a:lstStyle/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Слайд – </a:t>
            </a:r>
            <a:r>
              <a:rPr lang="en-US" sz="2800" dirty="0">
                <a:latin typeface="X5 Sans" panose="020B0403020203020204" pitchFamily="34" charset="0"/>
                <a:ea typeface="X5 Sans" panose="020B0403020203020204" pitchFamily="34" charset="0"/>
              </a:rPr>
              <a:t>2 - 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Участники и ответственность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777251E6-A660-4EEC-BF85-490967C9C4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577501"/>
              </p:ext>
            </p:extLst>
          </p:nvPr>
        </p:nvGraphicFramePr>
        <p:xfrm>
          <a:off x="219683" y="1894604"/>
          <a:ext cx="23250653" cy="8069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2923">
                  <a:extLst>
                    <a:ext uri="{9D8B030D-6E8A-4147-A177-3AD203B41FA5}">
                      <a16:colId xmlns:a16="http://schemas.microsoft.com/office/drawing/2014/main" val="1246407831"/>
                    </a:ext>
                  </a:extLst>
                </a:gridCol>
                <a:gridCol w="15906531">
                  <a:extLst>
                    <a:ext uri="{9D8B030D-6E8A-4147-A177-3AD203B41FA5}">
                      <a16:colId xmlns:a16="http://schemas.microsoft.com/office/drawing/2014/main" val="2535713833"/>
                    </a:ext>
                  </a:extLst>
                </a:gridCol>
                <a:gridCol w="4231199">
                  <a:extLst>
                    <a:ext uri="{9D8B030D-6E8A-4147-A177-3AD203B41FA5}">
                      <a16:colId xmlns:a16="http://schemas.microsoft.com/office/drawing/2014/main" val="2574587143"/>
                    </a:ext>
                  </a:extLst>
                </a:gridCol>
              </a:tblGrid>
              <a:tr h="484599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ysClr val="windowText" lastClr="000000"/>
                          </a:solidFill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Участники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ysClr val="windowText" lastClr="000000"/>
                          </a:solidFill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Ответственность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ysClr val="windowText" lastClr="000000"/>
                          </a:solidFill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Направления концепции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848339"/>
                  </a:ext>
                </a:extLst>
              </a:tr>
              <a:tr h="757697">
                <a:tc rowSpan="3"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ЦЭ по </a:t>
                      </a:r>
                      <a:r>
                        <a:rPr lang="ru-RU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СУРиВК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(активы)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Инициирование процесса управления </a:t>
                      </a:r>
                      <a:r>
                        <a:rPr lang="en-US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SoD</a:t>
                      </a:r>
                      <a:r>
                        <a:rPr lang="en-US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рисками в активе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Формирование и актуализация матрицы </a:t>
                      </a:r>
                      <a:r>
                        <a:rPr lang="en-US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SoD</a:t>
                      </a:r>
                      <a:r>
                        <a:rPr lang="en-US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-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рисков и технических правил разделения полномочий.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Идентификация и актуализация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645802"/>
                  </a:ext>
                </a:extLst>
              </a:tr>
              <a:tr h="677111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Ввод и актуализация технических правил разделения полномочий в АСУД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Инициирование устранения </a:t>
                      </a:r>
                      <a:r>
                        <a:rPr lang="ru-RU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внутриролевых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конфликтов через запрос в БЕ Тех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Консультация для бизнеса по внедрению компенсирующих контролей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Ведение реестра компенсирующих контрольных процедур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Митигация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рисков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557384"/>
                  </a:ext>
                </a:extLst>
              </a:tr>
              <a:tr h="677111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highlight>
                            <a:srgbClr val="F5DCFF"/>
                          </a:highlight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Согласование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присвоения конфликтующих ролей сотруднику в процессе управления доступами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Обеспечение мониторинга новых конфликтов на пользователях в рамках действующей матрицы </a:t>
                      </a:r>
                      <a:r>
                        <a:rPr lang="en-US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SoD</a:t>
                      </a:r>
                      <a:r>
                        <a:rPr lang="en-US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рисков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Мониторинг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251173"/>
                  </a:ext>
                </a:extLst>
              </a:tr>
              <a:tr h="591820">
                <a:tc rowSpan="2"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БЕ Тех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Предоставление данных о ролях, включая техническое наполнение и фактических присвоениях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формирование описания функционала роли с учетом полного технического наполнения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Идентификация и актуализация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952996"/>
                  </a:ext>
                </a:extLst>
              </a:tr>
              <a:tr h="398301">
                <a:tc vMerge="1">
                  <a:txBody>
                    <a:bodyPr/>
                    <a:lstStyle/>
                    <a:p>
                      <a:pPr algn="l"/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Корректировка ролей и информирование бизнеса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Изъятие конфликтных ролей по запросу бизнеса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Митигация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рисков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163483"/>
                  </a:ext>
                </a:extLst>
              </a:tr>
              <a:tr h="324087">
                <a:tc rowSpan="2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Руководитель подразделения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Предоставление информации о бизнес-функционале используемых в подразделении ролей в ИС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Подтверждение выявленных ЦЭ конфликтов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Идентификация и актуализация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225641"/>
                  </a:ext>
                </a:extLst>
              </a:tr>
              <a:tr h="398301">
                <a:tc vMerge="1">
                  <a:txBody>
                    <a:bodyPr/>
                    <a:lstStyle/>
                    <a:p>
                      <a:pPr algn="l"/>
                      <a:endParaRPr lang="ru-RU" sz="20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Разделение функционала сотрудников имеющих конфликтующие роли и инициирование изъятия конфликтующих ролей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Разработка и исполнение компенсирующих контролей там где невозможно разделить функционал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Митигация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рисков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408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ДР УК (владелец БП управления рисками </a:t>
                      </a:r>
                      <a:r>
                        <a:rPr lang="en-US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SoD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Формирование и поддержка актуальности методологии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Консультирование ЦЭ в случае методологических вопросов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Разрешение вопросов взаимодействия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Все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396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ЦЭ по </a:t>
                      </a:r>
                      <a:r>
                        <a:rPr lang="ru-RU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СУРиВК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(БПБ)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Администрирование матрицы рисков </a:t>
                      </a:r>
                      <a:r>
                        <a:rPr lang="en-US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SoD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, включая исключение дублирования рисков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496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988793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">
            <a:extLst>
              <a:ext uri="{FF2B5EF4-FFF2-40B4-BE49-F238E27FC236}">
                <a16:creationId xmlns:a16="http://schemas.microsoft.com/office/drawing/2014/main" id="{9A3AD58F-9003-4FD6-A054-7A0D8E5CDDE0}"/>
              </a:ext>
            </a:extLst>
          </p:cNvPr>
          <p:cNvSpPr/>
          <p:nvPr/>
        </p:nvSpPr>
        <p:spPr>
          <a:xfrm>
            <a:off x="372083" y="302452"/>
            <a:ext cx="8356556" cy="969757"/>
          </a:xfrm>
          <a:prstGeom prst="roundRect">
            <a:avLst>
              <a:gd name="adj" fmla="val 17601"/>
            </a:avLst>
          </a:prstGeom>
          <a:solidFill>
            <a:srgbClr val="E5F1FF"/>
          </a:solidFill>
          <a:ln w="12700">
            <a:noFill/>
          </a:ln>
        </p:spPr>
        <p:txBody>
          <a:bodyPr lIns="45719" rIns="45719" anchor="ctr"/>
          <a:lstStyle/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Слайд – </a:t>
            </a:r>
            <a:r>
              <a:rPr lang="en-US" sz="2800" dirty="0">
                <a:latin typeface="X5 Sans" panose="020B0403020203020204" pitchFamily="34" charset="0"/>
                <a:ea typeface="X5 Sans" panose="020B0403020203020204" pitchFamily="34" charset="0"/>
              </a:rPr>
              <a:t>2 - 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Роли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777251E6-A660-4EEC-BF85-490967C9C40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72083" y="1631190"/>
          <a:ext cx="23250653" cy="11518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2923">
                  <a:extLst>
                    <a:ext uri="{9D8B030D-6E8A-4147-A177-3AD203B41FA5}">
                      <a16:colId xmlns:a16="http://schemas.microsoft.com/office/drawing/2014/main" val="1246407831"/>
                    </a:ext>
                  </a:extLst>
                </a:gridCol>
                <a:gridCol w="15906531">
                  <a:extLst>
                    <a:ext uri="{9D8B030D-6E8A-4147-A177-3AD203B41FA5}">
                      <a16:colId xmlns:a16="http://schemas.microsoft.com/office/drawing/2014/main" val="2535713833"/>
                    </a:ext>
                  </a:extLst>
                </a:gridCol>
                <a:gridCol w="4231199">
                  <a:extLst>
                    <a:ext uri="{9D8B030D-6E8A-4147-A177-3AD203B41FA5}">
                      <a16:colId xmlns:a16="http://schemas.microsoft.com/office/drawing/2014/main" val="2574587143"/>
                    </a:ext>
                  </a:extLst>
                </a:gridCol>
              </a:tblGrid>
              <a:tr h="484599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ysClr val="windowText" lastClr="000000"/>
                          </a:solidFill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Участники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ysClr val="windowText" lastClr="000000"/>
                          </a:solidFill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Функционал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ysClr val="windowText" lastClr="000000"/>
                          </a:solidFill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Направления концепции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848339"/>
                  </a:ext>
                </a:extLst>
              </a:tr>
              <a:tr h="1792353">
                <a:tc rowSpan="3"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ЦЭ по ВК (активы)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Принимает участие в определение приоритетных продуктов для обследования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Инициирует процесса идентификации рисков </a:t>
                      </a:r>
                      <a:r>
                        <a:rPr lang="en-US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SoD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Запрашивает и анализирует выгрузки и описаний ролей и входящих операций (техническое наполнение и бизнес-смысл)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Взаимодействие с БЕ Тех и бизнесом по вопросам функционального и технического наполнения ролей, а также соответствия описанных ролей фактическому функционалу.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Классификация ролей и связанных полномочий по </a:t>
                      </a:r>
                      <a:r>
                        <a:rPr lang="en-US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SoD</a:t>
                      </a:r>
                      <a:r>
                        <a:rPr lang="en-US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значимым действиям (</a:t>
                      </a:r>
                      <a:r>
                        <a:rPr lang="en-US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AUT / REC / CUS / VER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Формирование матрицы </a:t>
                      </a:r>
                      <a:r>
                        <a:rPr lang="en-US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SoD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рисков и технических правил разделения полномочий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Идентификация и актуализация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645802"/>
                  </a:ext>
                </a:extLst>
              </a:tr>
              <a:tr h="677111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Внесение в АСУД технических правил разделения полномочий для управления </a:t>
                      </a:r>
                      <a:r>
                        <a:rPr lang="ru-RU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межролевыми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конфликтами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Инициирование устранения </a:t>
                      </a:r>
                      <a:r>
                        <a:rPr lang="ru-RU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внутриролевых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конфликтов через запрос в БЕ Тех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Предоставление Руководителю подразделения конфликтов на пользователях, требующих устранения.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Консультация для бизнеса по внедрению компенсирующих контролей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Митигация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рисков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557384"/>
                  </a:ext>
                </a:extLst>
              </a:tr>
              <a:tr h="677111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highlight>
                            <a:srgbClr val="F5DCFF"/>
                          </a:highlight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Согласование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присвоения конфликтующих ролей сотруднику в процессе управления доступами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Фиксация обоснования присвоения ролей с конфликтами и компенсирующих контролей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Мониторинг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251173"/>
                  </a:ext>
                </a:extLst>
              </a:tr>
              <a:tr h="2071164">
                <a:tc rowSpan="2"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БЕ Тех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Формирование перечня ИС и ролей, используемых подразделениями в периметре продукта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Выгрузка транзакций и технических полномочий, входящих в роли, формирование описания функционала роли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Выгрузка данных о фактических присвоений рассматриваемых ролей пользователям (независимо от принадлежности подразделениям для понимания влияния)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Идентификация и актуализация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952996"/>
                  </a:ext>
                </a:extLst>
              </a:tr>
              <a:tr h="398301">
                <a:tc vMerge="1">
                  <a:txBody>
                    <a:bodyPr/>
                    <a:lstStyle/>
                    <a:p>
                      <a:pPr algn="l"/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Корректировка ролей и информирование бизнеса по запросу ЦЭ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Митигация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рисков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163483"/>
                  </a:ext>
                </a:extLst>
              </a:tr>
              <a:tr h="65428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Руководитель подразделения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Описание функционала используемых в подразделении ролей в ИС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Предоставление обоснования необходимости использования ролей сотрудниками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Подтверждение выявленных ЦЭ конфликтов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Идентификация и актуализация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225641"/>
                  </a:ext>
                </a:extLst>
              </a:tr>
              <a:tr h="398301">
                <a:tc>
                  <a:txBody>
                    <a:bodyPr/>
                    <a:lstStyle/>
                    <a:p>
                      <a:pPr algn="l"/>
                      <a:endParaRPr lang="ru-RU" sz="20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Разделение функционала сотрудник имеющих конфликтующие роли и изъятие конфликтующих ролей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Разработка и исполнение компенсирующих контролей там где невозможно разделить функционал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Митигация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рисков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408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ДР УК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Является владельцем БП управления рисками </a:t>
                      </a:r>
                      <a:r>
                        <a:rPr lang="en-US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SoD</a:t>
                      </a:r>
                      <a:endParaRPr lang="ru-RU" sz="20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Координирует процесс планирования и выбора платформ для включения в дорожную карту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Консультация в случае методологических вопросов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Разрешает вопросы взаимодействия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Идентификация и актуализация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396824"/>
                  </a:ext>
                </a:extLst>
              </a:tr>
              <a:tr h="398301">
                <a:tc>
                  <a:txBody>
                    <a:bodyPr/>
                    <a:lstStyle/>
                    <a:p>
                      <a:pPr algn="l"/>
                      <a:endParaRPr lang="ru-RU" sz="20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Организация решения возникающих вопросов в части устранения конфликтов в ролях, использующихся в разных ТС/БЕ (критично для ТОРГ-систем)</a:t>
                      </a:r>
                      <a:endParaRPr lang="ru-RU" sz="2000" i="1" dirty="0">
                        <a:solidFill>
                          <a:srgbClr val="FF0000"/>
                        </a:solidFill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ru-RU" sz="20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Митигация</a:t>
                      </a:r>
                      <a:r>
                        <a:rPr lang="ru-RU" sz="20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рисков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563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052767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">
            <a:extLst>
              <a:ext uri="{FF2B5EF4-FFF2-40B4-BE49-F238E27FC236}">
                <a16:creationId xmlns:a16="http://schemas.microsoft.com/office/drawing/2014/main" id="{AA833083-5267-40D9-9B14-826B0C13F3DA}"/>
              </a:ext>
            </a:extLst>
          </p:cNvPr>
          <p:cNvSpPr/>
          <p:nvPr/>
        </p:nvSpPr>
        <p:spPr>
          <a:xfrm>
            <a:off x="372082" y="302452"/>
            <a:ext cx="9845343" cy="969757"/>
          </a:xfrm>
          <a:prstGeom prst="roundRect">
            <a:avLst>
              <a:gd name="adj" fmla="val 17601"/>
            </a:avLst>
          </a:prstGeom>
          <a:solidFill>
            <a:srgbClr val="E5F1FF"/>
          </a:solidFill>
          <a:ln w="12700">
            <a:noFill/>
          </a:ln>
        </p:spPr>
        <p:txBody>
          <a:bodyPr lIns="45719" rIns="45719" anchor="ctr"/>
          <a:lstStyle/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Слайд – 3 – Подготовка и планирование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E80F161-4C79-4CF0-804B-F8ACCC01F9EA}"/>
              </a:ext>
            </a:extLst>
          </p:cNvPr>
          <p:cNvSpPr/>
          <p:nvPr/>
        </p:nvSpPr>
        <p:spPr>
          <a:xfrm>
            <a:off x="372082" y="1610139"/>
            <a:ext cx="22681095" cy="8956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latin typeface="X5 Sans" panose="020B0403020203020204" pitchFamily="34" charset="0"/>
                <a:ea typeface="X5 Sans" panose="020B0403020203020204" pitchFamily="34" charset="0"/>
              </a:rPr>
              <a:t>Цель:</a:t>
            </a: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 определить охват, последовательность и участников.</a:t>
            </a:r>
          </a:p>
          <a:p>
            <a:endParaRPr lang="ru-RU" sz="32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 ДР УК инициирует старт работ по формированию дорожной карты в разрезе платформ и продуктов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 Владелец платформы предоставляет перечень продуктов платформы.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 Для выбранного продукта владелец продукта предоставляет следующие данные:</a:t>
            </a:r>
          </a:p>
          <a:p>
            <a:pPr marL="457200" lvl="1" indent="0">
              <a:buSzPts val="1000"/>
              <a:tabLst>
                <a:tab pos="9144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  <a:cs typeface="Times New Roman" panose="02020603050405020304" pitchFamily="18" charset="0"/>
              </a:rPr>
              <a:t>границы и назначение продукта;</a:t>
            </a:r>
          </a:p>
          <a:p>
            <a:pPr marL="457200" lvl="1" indent="0">
              <a:buSzPts val="1000"/>
              <a:tabLst>
                <a:tab pos="9144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  <a:cs typeface="Times New Roman" panose="02020603050405020304" pitchFamily="18" charset="0"/>
              </a:rPr>
              <a:t>используемые информационные системы;</a:t>
            </a:r>
          </a:p>
          <a:p>
            <a:pPr marL="457200" lvl="1" indent="0">
              <a:buSzPts val="1000"/>
              <a:tabLst>
                <a:tab pos="9144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  <a:cs typeface="Times New Roman" panose="02020603050405020304" pitchFamily="18" charset="0"/>
              </a:rPr>
              <a:t>подразделения-пользователи </a:t>
            </a: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(включая руководителей)</a:t>
            </a: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  <a:cs typeface="Times New Roman" panose="02020603050405020304" pitchFamily="18" charset="0"/>
              </a:rPr>
              <a:t>;</a:t>
            </a:r>
          </a:p>
          <a:p>
            <a:pPr marL="457200" lvl="1" indent="0">
              <a:buSzPts val="1000"/>
              <a:tabLst>
                <a:tab pos="9144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  <a:cs typeface="Times New Roman" panose="02020603050405020304" pitchFamily="18" charset="0"/>
              </a:rPr>
              <a:t>функциональных экспертов от БЕ тех.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 ДР УК координирует процесс планирования и выбора платформ для включения в дорожную карту</a:t>
            </a: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  <a:cs typeface="Times New Roman" panose="02020603050405020304" pitchFamily="18" charset="0"/>
              </a:rPr>
              <a:t> ЦЭ участвует в планировании и определении приоритетов для формирования дорожной карты</a:t>
            </a:r>
          </a:p>
          <a:p>
            <a:pPr marL="457200" lvl="1" indent="0">
              <a:buSzPts val="1000"/>
              <a:tabLst>
                <a:tab pos="914400" algn="l"/>
              </a:tabLst>
            </a:pPr>
            <a:endParaRPr lang="ru-RU" sz="3200" dirty="0">
              <a:latin typeface="X5 Sans" panose="020B0403020203020204" pitchFamily="34" charset="0"/>
              <a:ea typeface="X5 Sans" panose="020B0403020203020204" pitchFamily="34" charset="0"/>
              <a:cs typeface="Times New Roman" panose="02020603050405020304" pitchFamily="18" charset="0"/>
            </a:endParaRPr>
          </a:p>
          <a:p>
            <a:pPr marL="457200" lvl="1" indent="0">
              <a:buSzPts val="1000"/>
              <a:tabLst>
                <a:tab pos="914400" algn="l"/>
              </a:tabLst>
            </a:pPr>
            <a:endParaRPr lang="ru-RU" sz="3200" dirty="0">
              <a:latin typeface="X5 Sans" panose="020B0403020203020204" pitchFamily="34" charset="0"/>
              <a:ea typeface="X5 Sans" panose="020B0403020203020204" pitchFamily="34" charset="0"/>
              <a:cs typeface="Times New Roman" panose="02020603050405020304" pitchFamily="18" charset="0"/>
            </a:endParaRPr>
          </a:p>
          <a:p>
            <a:r>
              <a:rPr lang="ru-RU" sz="3200" b="1" dirty="0">
                <a:latin typeface="X5 Sans" panose="020B0403020203020204" pitchFamily="34" charset="0"/>
                <a:ea typeface="X5 Sans" panose="020B0403020203020204" pitchFamily="34" charset="0"/>
              </a:rPr>
              <a:t>Результат блока:</a:t>
            </a:r>
            <a:endParaRPr lang="ru-RU" sz="32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Годовое планирование в разрезе активов и продуктов/ИС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перечень ИС и ролей;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состав подразделений-пользователей продуктов (включая руководителей);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сроки и план работ.</a:t>
            </a:r>
          </a:p>
        </p:txBody>
      </p:sp>
    </p:spTree>
    <p:extLst>
      <p:ext uri="{BB962C8B-B14F-4D97-AF65-F5344CB8AC3E}">
        <p14:creationId xmlns:p14="http://schemas.microsoft.com/office/powerpoint/2010/main" val="221622402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">
            <a:extLst>
              <a:ext uri="{FF2B5EF4-FFF2-40B4-BE49-F238E27FC236}">
                <a16:creationId xmlns:a16="http://schemas.microsoft.com/office/drawing/2014/main" id="{AA833083-5267-40D9-9B14-826B0C13F3DA}"/>
              </a:ext>
            </a:extLst>
          </p:cNvPr>
          <p:cNvSpPr/>
          <p:nvPr/>
        </p:nvSpPr>
        <p:spPr>
          <a:xfrm>
            <a:off x="372082" y="302452"/>
            <a:ext cx="9845343" cy="969757"/>
          </a:xfrm>
          <a:prstGeom prst="roundRect">
            <a:avLst>
              <a:gd name="adj" fmla="val 17601"/>
            </a:avLst>
          </a:prstGeom>
          <a:solidFill>
            <a:srgbClr val="E5F1FF"/>
          </a:solidFill>
          <a:ln w="12700">
            <a:noFill/>
          </a:ln>
        </p:spPr>
        <p:txBody>
          <a:bodyPr lIns="45719" rIns="45719" anchor="ctr"/>
          <a:lstStyle/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Слайд – 4 – Идентификация рисков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D2F0E5E-DE6D-42D5-80CB-98CA25A1450D}"/>
              </a:ext>
            </a:extLst>
          </p:cNvPr>
          <p:cNvSpPr/>
          <p:nvPr/>
        </p:nvSpPr>
        <p:spPr>
          <a:xfrm>
            <a:off x="372082" y="1680222"/>
            <a:ext cx="10877166" cy="9694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X5 Sans" panose="020B0403020203020204" pitchFamily="34" charset="0"/>
                <a:ea typeface="X5 Sans" panose="020B0403020203020204" pitchFamily="34" charset="0"/>
              </a:rPr>
              <a:t>Цель:</a:t>
            </a: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 определить какие сочетания полномочий образуют конфликты и сформировать матрицу </a:t>
            </a:r>
            <a:r>
              <a:rPr lang="en-US" sz="2400" dirty="0" err="1">
                <a:latin typeface="X5 Sans" panose="020B0403020203020204" pitchFamily="34" charset="0"/>
                <a:ea typeface="X5 Sans" panose="020B0403020203020204" pitchFamily="34" charset="0"/>
              </a:rPr>
              <a:t>SoD</a:t>
            </a:r>
            <a:r>
              <a:rPr lang="en-US" sz="2400" dirty="0">
                <a:latin typeface="X5 Sans" panose="020B0403020203020204" pitchFamily="34" charset="0"/>
                <a:ea typeface="X5 Sans" panose="020B0403020203020204" pitchFamily="34" charset="0"/>
              </a:rPr>
              <a:t>-</a:t>
            </a: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рисков для последующей </a:t>
            </a:r>
            <a:r>
              <a:rPr lang="ru-RU" sz="2400" dirty="0" err="1">
                <a:latin typeface="X5 Sans" panose="020B0403020203020204" pitchFamily="34" charset="0"/>
                <a:ea typeface="X5 Sans" panose="020B0403020203020204" pitchFamily="34" charset="0"/>
              </a:rPr>
              <a:t>митигации</a:t>
            </a: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 и контроля.</a:t>
            </a:r>
          </a:p>
          <a:p>
            <a:endParaRPr lang="en-US" sz="2400" b="1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400" b="1" dirty="0">
                <a:latin typeface="X5 Sans" panose="020B0403020203020204" pitchFamily="34" charset="0"/>
                <a:ea typeface="X5 Sans" panose="020B0403020203020204" pitchFamily="34" charset="0"/>
              </a:rPr>
              <a:t>1. ЦЭ  </a:t>
            </a:r>
          </a:p>
          <a:p>
            <a:r>
              <a:rPr lang="ru-RU" sz="2400" b="1" dirty="0">
                <a:latin typeface="X5 Sans" panose="020B0403020203020204" pitchFamily="34" charset="0"/>
                <a:ea typeface="X5 Sans" panose="020B0403020203020204" pitchFamily="34" charset="0"/>
              </a:rPr>
              <a:t>Получение технических данных</a:t>
            </a:r>
          </a:p>
          <a:p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БЕ Тех предоставляет: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Перечень ролей для выбранных продуктов/ИС и их технический состав: </a:t>
            </a:r>
          </a:p>
          <a:p>
            <a:pPr marL="342900" lvl="0" indent="284163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права и разрешённые операции; </a:t>
            </a:r>
          </a:p>
          <a:p>
            <a:pPr marL="342900" lvl="0" indent="284163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объекты доступа;</a:t>
            </a:r>
          </a:p>
          <a:p>
            <a:pPr marL="342900" lvl="0" indent="284163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параметры и ограничения;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функциональное описание роли (что именно позволяет делать роль)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фактические назначения ролей сотрудникам, включая ФИО, должности, подразделения пользователей и актив.</a:t>
            </a:r>
          </a:p>
          <a:p>
            <a:r>
              <a:rPr lang="ru-RU" sz="2400" b="1" dirty="0">
                <a:latin typeface="X5 Sans" panose="020B0403020203020204" pitchFamily="34" charset="0"/>
                <a:ea typeface="X5 Sans" panose="020B0403020203020204" pitchFamily="34" charset="0"/>
              </a:rPr>
              <a:t>2. Получение бизнес-описания</a:t>
            </a:r>
          </a:p>
          <a:p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При необходимости для формирования корректного функционального описания роли БЕ Тех запрашивает, а руководители подразделений предоставляют информацию о том: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для каких рабочих операций используется роль;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над какими бизнес-объектами выполняются действия;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для чего роль требуется подразделению и каким должностям роль необходима.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Если известно – какие полномочия внутри роли не используются</a:t>
            </a:r>
          </a:p>
          <a:p>
            <a:endParaRPr lang="ru-RU" sz="2400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A7255AF-43BE-4A81-ADEB-C2C3E81D2EDA}"/>
              </a:ext>
            </a:extLst>
          </p:cNvPr>
          <p:cNvSpPr/>
          <p:nvPr/>
        </p:nvSpPr>
        <p:spPr>
          <a:xfrm>
            <a:off x="11608904" y="1680222"/>
            <a:ext cx="12073219" cy="9694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strike="sngStrike" dirty="0">
                <a:solidFill>
                  <a:srgbClr val="FF0000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3</a:t>
            </a:r>
            <a:r>
              <a:rPr lang="ru-RU" sz="2400" b="1" strike="sngStrike" dirty="0">
                <a:solidFill>
                  <a:srgbClr val="FF0000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. Сопоставление технического и бизнес-описания</a:t>
            </a:r>
          </a:p>
          <a:p>
            <a:r>
              <a:rPr lang="ru-RU" sz="2400" strike="sngStrike" dirty="0">
                <a:solidFill>
                  <a:srgbClr val="FF0000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ЦЭ сравнивает:</a:t>
            </a:r>
          </a:p>
          <a:p>
            <a:r>
              <a:rPr lang="ru-RU" sz="2400" strike="sngStrike" dirty="0">
                <a:solidFill>
                  <a:srgbClr val="FF0000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что роль технически позволяет делать</a:t>
            </a:r>
            <a:br>
              <a:rPr lang="ru-RU" sz="2400" strike="sngStrike" dirty="0">
                <a:solidFill>
                  <a:srgbClr val="FF0000"/>
                </a:solidFill>
                <a:latin typeface="X5 Sans" panose="020B0403020203020204" pitchFamily="34" charset="0"/>
                <a:ea typeface="X5 Sans" panose="020B0403020203020204" pitchFamily="34" charset="0"/>
              </a:rPr>
            </a:br>
            <a:r>
              <a:rPr lang="ru-RU" sz="2400" strike="sngStrike" dirty="0">
                <a:solidFill>
                  <a:srgbClr val="FF0000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и</a:t>
            </a:r>
            <a:br>
              <a:rPr lang="ru-RU" sz="2400" strike="sngStrike" dirty="0">
                <a:solidFill>
                  <a:srgbClr val="FF0000"/>
                </a:solidFill>
                <a:latin typeface="X5 Sans" panose="020B0403020203020204" pitchFamily="34" charset="0"/>
                <a:ea typeface="X5 Sans" panose="020B0403020203020204" pitchFamily="34" charset="0"/>
              </a:rPr>
            </a:br>
            <a:r>
              <a:rPr lang="ru-RU" sz="2400" strike="sngStrike" dirty="0">
                <a:solidFill>
                  <a:srgbClr val="FF0000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для чего бизнес фактически использует роль.</a:t>
            </a:r>
          </a:p>
          <a:p>
            <a:r>
              <a:rPr lang="ru-RU" sz="2400" strike="sngStrike" dirty="0">
                <a:solidFill>
                  <a:srgbClr val="FF0000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Выявляются: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strike="sngStrike" dirty="0">
                <a:solidFill>
                  <a:srgbClr val="FF0000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технические возможности, не объяснённые бизнесом;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strike="sngStrike" dirty="0">
                <a:solidFill>
                  <a:srgbClr val="FF0000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бизнес-функции, не найденные в техническом составе;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strike="sngStrike" dirty="0">
                <a:solidFill>
                  <a:srgbClr val="FF0000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пробелы и противоречия в описании роли.</a:t>
            </a:r>
          </a:p>
          <a:p>
            <a:r>
              <a:rPr lang="ru-RU" sz="2400" strike="sngStrike" dirty="0">
                <a:solidFill>
                  <a:srgbClr val="FF0000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Расхождения уточняются у бизнеса и БЕ Тех, при необходимости совместно.</a:t>
            </a:r>
          </a:p>
          <a:p>
            <a:r>
              <a:rPr lang="en-US" sz="2400" b="1" dirty="0">
                <a:latin typeface="X5 Sans" panose="020B0403020203020204" pitchFamily="34" charset="0"/>
                <a:ea typeface="X5 Sans" panose="020B0403020203020204" pitchFamily="34" charset="0"/>
              </a:rPr>
              <a:t>4</a:t>
            </a:r>
            <a:r>
              <a:rPr lang="ru-RU" sz="2400" b="1" dirty="0">
                <a:latin typeface="X5 Sans" panose="020B0403020203020204" pitchFamily="34" charset="0"/>
                <a:ea typeface="X5 Sans" panose="020B0403020203020204" pitchFamily="34" charset="0"/>
              </a:rPr>
              <a:t>. Формирование и подтверждение гипотез</a:t>
            </a:r>
          </a:p>
          <a:p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ЦЭ присваивает для каждого значимого функционального полномочия внутри роли </a:t>
            </a:r>
            <a:r>
              <a:rPr lang="en-US" sz="2400" dirty="0">
                <a:latin typeface="X5 Sans" panose="020B0403020203020204" pitchFamily="34" charset="0"/>
                <a:ea typeface="X5 Sans" panose="020B0403020203020204" pitchFamily="34" charset="0"/>
              </a:rPr>
              <a:t>SOD-</a:t>
            </a: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класс AUT / CUS / REC / VER и формирует потенциальные сценарии злоупотреблений определяя: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конфликтующие действия внутри ролей и между ними;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связь бизнес-объектов в отношении которых выполняются действия;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возможное последствие;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последовательности выполнения конфликтующих действий с возможностью сокрытия;</a:t>
            </a:r>
          </a:p>
          <a:p>
            <a:pPr>
              <a:buSzPts val="1000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Руководители подразделений и владельцы продуктов подтверждают / не подтверждают предложенные сценарии</a:t>
            </a:r>
          </a:p>
          <a:p>
            <a:r>
              <a:rPr lang="en-US" sz="2400" b="1" dirty="0">
                <a:latin typeface="X5 Sans" panose="020B0403020203020204" pitchFamily="34" charset="0"/>
                <a:ea typeface="X5 Sans" panose="020B0403020203020204" pitchFamily="34" charset="0"/>
              </a:rPr>
              <a:t>5</a:t>
            </a:r>
            <a:r>
              <a:rPr lang="ru-RU" sz="2400" b="1" dirty="0">
                <a:latin typeface="X5 Sans" panose="020B0403020203020204" pitchFamily="34" charset="0"/>
                <a:ea typeface="X5 Sans" panose="020B0403020203020204" pitchFamily="34" charset="0"/>
              </a:rPr>
              <a:t>. Формирование матрицы рисков.</a:t>
            </a:r>
          </a:p>
          <a:p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Подтверждённые риски включаются ЦЭ в </a:t>
            </a:r>
            <a:r>
              <a:rPr lang="ru-RU" sz="2400" b="1" dirty="0">
                <a:latin typeface="X5 Sans" panose="020B0403020203020204" pitchFamily="34" charset="0"/>
                <a:ea typeface="X5 Sans" panose="020B0403020203020204" pitchFamily="34" charset="0"/>
              </a:rPr>
              <a:t>матрицу </a:t>
            </a:r>
            <a:r>
              <a:rPr lang="ru-RU" sz="2400" b="1" dirty="0" err="1">
                <a:latin typeface="X5 Sans" panose="020B0403020203020204" pitchFamily="34" charset="0"/>
                <a:ea typeface="X5 Sans" panose="020B0403020203020204" pitchFamily="34" charset="0"/>
              </a:rPr>
              <a:t>SoD</a:t>
            </a:r>
            <a:r>
              <a:rPr lang="ru-RU" sz="2400" b="1" dirty="0">
                <a:latin typeface="X5 Sans" panose="020B0403020203020204" pitchFamily="34" charset="0"/>
                <a:ea typeface="X5 Sans" panose="020B0403020203020204" pitchFamily="34" charset="0"/>
              </a:rPr>
              <a:t>-рисков </a:t>
            </a: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(согласно шаблону в </a:t>
            </a:r>
            <a:r>
              <a:rPr lang="ru-RU" sz="2400" dirty="0">
                <a:highlight>
                  <a:srgbClr val="F5DCFF"/>
                </a:highlight>
                <a:latin typeface="X5 Sans" panose="020B0403020203020204" pitchFamily="34" charset="0"/>
                <a:ea typeface="X5 Sans" panose="020B0403020203020204" pitchFamily="34" charset="0"/>
              </a:rPr>
              <a:t>приложении 1</a:t>
            </a: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).</a:t>
            </a:r>
            <a:endParaRPr lang="en-US" sz="24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endParaRPr lang="ru-RU" sz="2400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3F62477-283E-4941-B955-965E9E7B7782}"/>
              </a:ext>
            </a:extLst>
          </p:cNvPr>
          <p:cNvSpPr/>
          <p:nvPr/>
        </p:nvSpPr>
        <p:spPr>
          <a:xfrm>
            <a:off x="919506" y="11545618"/>
            <a:ext cx="941221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X5 Sans" panose="020B0403020203020204" pitchFamily="34" charset="0"/>
                <a:ea typeface="X5 Sans" panose="020B0403020203020204" pitchFamily="34" charset="0"/>
              </a:rPr>
              <a:t>Результат блока:</a:t>
            </a:r>
            <a:endParaRPr lang="ru-RU" sz="24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интерпретированный состав ролей;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подтверждённые и отклонённые гипотезы </a:t>
            </a:r>
            <a:r>
              <a:rPr lang="en-US" sz="2400" dirty="0" err="1">
                <a:latin typeface="X5 Sans" panose="020B0403020203020204" pitchFamily="34" charset="0"/>
                <a:ea typeface="X5 Sans" panose="020B0403020203020204" pitchFamily="34" charset="0"/>
              </a:rPr>
              <a:t>SoD</a:t>
            </a:r>
            <a:r>
              <a:rPr lang="en-US" sz="2400" dirty="0">
                <a:latin typeface="X5 Sans" panose="020B0403020203020204" pitchFamily="34" charset="0"/>
                <a:ea typeface="X5 Sans" panose="020B0403020203020204" pitchFamily="34" charset="0"/>
              </a:rPr>
              <a:t>-</a:t>
            </a: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рисков;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матрица </a:t>
            </a:r>
            <a:r>
              <a:rPr lang="ru-RU" sz="2400" dirty="0" err="1">
                <a:latin typeface="X5 Sans" panose="020B0403020203020204" pitchFamily="34" charset="0"/>
                <a:ea typeface="X5 Sans" panose="020B0403020203020204" pitchFamily="34" charset="0"/>
              </a:rPr>
              <a:t>SoD</a:t>
            </a:r>
            <a:r>
              <a:rPr lang="ru-RU" sz="2400" dirty="0">
                <a:latin typeface="X5 Sans" panose="020B0403020203020204" pitchFamily="34" charset="0"/>
                <a:ea typeface="X5 Sans" panose="020B0403020203020204" pitchFamily="34" charset="0"/>
              </a:rPr>
              <a:t>-рисков;</a:t>
            </a:r>
          </a:p>
        </p:txBody>
      </p:sp>
    </p:spTree>
    <p:extLst>
      <p:ext uri="{BB962C8B-B14F-4D97-AF65-F5344CB8AC3E}">
        <p14:creationId xmlns:p14="http://schemas.microsoft.com/office/powerpoint/2010/main" val="48452072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">
            <a:extLst>
              <a:ext uri="{FF2B5EF4-FFF2-40B4-BE49-F238E27FC236}">
                <a16:creationId xmlns:a16="http://schemas.microsoft.com/office/drawing/2014/main" id="{AA833083-5267-40D9-9B14-826B0C13F3DA}"/>
              </a:ext>
            </a:extLst>
          </p:cNvPr>
          <p:cNvSpPr/>
          <p:nvPr/>
        </p:nvSpPr>
        <p:spPr>
          <a:xfrm>
            <a:off x="372082" y="302452"/>
            <a:ext cx="9845343" cy="969757"/>
          </a:xfrm>
          <a:prstGeom prst="roundRect">
            <a:avLst>
              <a:gd name="adj" fmla="val 17601"/>
            </a:avLst>
          </a:prstGeom>
          <a:solidFill>
            <a:srgbClr val="E5F1FF"/>
          </a:solidFill>
          <a:ln w="12700">
            <a:noFill/>
          </a:ln>
        </p:spPr>
        <p:txBody>
          <a:bodyPr lIns="45719" rIns="45719" anchor="ctr"/>
          <a:lstStyle/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Слайд – 5 – </a:t>
            </a:r>
            <a:r>
              <a:rPr lang="ru-RU" sz="2800" dirty="0" err="1">
                <a:latin typeface="X5 Sans" panose="020B0403020203020204" pitchFamily="34" charset="0"/>
                <a:ea typeface="X5 Sans" panose="020B0403020203020204" pitchFamily="34" charset="0"/>
              </a:rPr>
              <a:t>митигация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 рисков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5563365-3632-4920-A885-AAFADB6E0677}"/>
              </a:ext>
            </a:extLst>
          </p:cNvPr>
          <p:cNvSpPr/>
          <p:nvPr/>
        </p:nvSpPr>
        <p:spPr>
          <a:xfrm>
            <a:off x="218660" y="1272209"/>
            <a:ext cx="20971566" cy="10864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Цель: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 устранить недопустимые сочетания полномочий внутри одной роли. </a:t>
            </a:r>
          </a:p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Устранить / снизить до приемлемого уровня риски на пользователях.</a:t>
            </a:r>
          </a:p>
          <a:p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Для каждого подтверждённого риска ЦЭ формирует технические правила разделения полномочий.</a:t>
            </a:r>
          </a:p>
          <a:p>
            <a:pPr lvl="0"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2. ЦЭ анализирует реестр фактических </a:t>
            </a:r>
            <a:r>
              <a:rPr lang="ru-RU" sz="2800" dirty="0" err="1">
                <a:latin typeface="X5 Sans" panose="020B0403020203020204" pitchFamily="34" charset="0"/>
                <a:ea typeface="X5 Sans" panose="020B0403020203020204" pitchFamily="34" charset="0"/>
              </a:rPr>
              <a:t>присвоенией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 и направляет руководителям подразделений.</a:t>
            </a:r>
          </a:p>
          <a:p>
            <a:pPr lvl="0">
              <a:tabLst>
                <a:tab pos="457200" algn="l"/>
              </a:tabLst>
            </a:pPr>
            <a:endParaRPr lang="ru-RU" sz="2800" b="1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pPr lvl="0">
              <a:tabLst>
                <a:tab pos="457200" algn="l"/>
              </a:tabLst>
            </a:pPr>
            <a:r>
              <a:rPr lang="ru-RU" sz="2800" b="1" dirty="0">
                <a:highlight>
                  <a:srgbClr val="F5DCFF"/>
                </a:highlight>
                <a:latin typeface="X5 Sans" panose="020B0403020203020204" pitchFamily="34" charset="0"/>
                <a:ea typeface="X5 Sans" panose="020B0403020203020204" pitchFamily="34" charset="0"/>
              </a:rPr>
              <a:t>3. Для </a:t>
            </a:r>
            <a:r>
              <a:rPr lang="ru-RU" sz="2800" b="1" dirty="0" err="1">
                <a:highlight>
                  <a:srgbClr val="F5DCFF"/>
                </a:highlight>
                <a:latin typeface="X5 Sans" panose="020B0403020203020204" pitchFamily="34" charset="0"/>
                <a:ea typeface="X5 Sans" panose="020B0403020203020204" pitchFamily="34" charset="0"/>
              </a:rPr>
              <a:t>внутриролевых</a:t>
            </a:r>
            <a:r>
              <a:rPr lang="ru-RU" sz="2800" b="1" dirty="0">
                <a:highlight>
                  <a:srgbClr val="F5DCFF"/>
                </a:highlight>
                <a:latin typeface="X5 Sans" panose="020B0403020203020204" pitchFamily="34" charset="0"/>
                <a:ea typeface="X5 Sans" panose="020B0403020203020204" pitchFamily="34" charset="0"/>
              </a:rPr>
              <a:t> конфликтов:</a:t>
            </a:r>
          </a:p>
          <a:p>
            <a:pPr lvl="0"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3.1. ЦЭ должны инициировать устранение конфликтов внутри ролей: 1) исключение избыточных прав из роли 2) разделение роли на две для разведения конфликтных прав.</a:t>
            </a:r>
          </a:p>
          <a:p>
            <a:pPr lvl="0"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3.2. БЕ Тех выполняет изменение ролей согласно запросу ЦЭ при этом уведомляет руководителей подразделений-пользователей ролей о предстоящих изменениях ролей до внедрения. </a:t>
            </a:r>
          </a:p>
          <a:p>
            <a:pPr lvl="0"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3.3. ЦЭ вносит корректировки в матрицу </a:t>
            </a:r>
            <a:r>
              <a:rPr lang="en-US" sz="2800" dirty="0" err="1">
                <a:latin typeface="X5 Sans" panose="020B0403020203020204" pitchFamily="34" charset="0"/>
                <a:ea typeface="X5 Sans" panose="020B0403020203020204" pitchFamily="34" charset="0"/>
              </a:rPr>
              <a:t>SoD</a:t>
            </a:r>
            <a:r>
              <a:rPr lang="en-US" sz="2800" dirty="0">
                <a:latin typeface="X5 Sans" panose="020B0403020203020204" pitchFamily="34" charset="0"/>
                <a:ea typeface="X5 Sans" panose="020B0403020203020204" pitchFamily="34" charset="0"/>
              </a:rPr>
              <a:t>-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рисков согласно проведенным изменениям ролей:</a:t>
            </a:r>
          </a:p>
          <a:p>
            <a:pPr lvl="0"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3.4. ЦЭ вносит в АСУД технические правила разделения полномочий и настраивает блокировку присвоения таких ролей одному сотруднику без отдельного согласования.</a:t>
            </a:r>
          </a:p>
          <a:p>
            <a:pPr lvl="0">
              <a:tabLst>
                <a:tab pos="457200" algn="l"/>
              </a:tabLst>
            </a:pPr>
            <a:endParaRPr lang="ru-RU" sz="2800" b="1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pPr lvl="0">
              <a:tabLst>
                <a:tab pos="457200" algn="l"/>
              </a:tabLst>
            </a:pPr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4. Для </a:t>
            </a:r>
            <a:r>
              <a:rPr lang="ru-RU" sz="2800" b="1" dirty="0" err="1">
                <a:latin typeface="X5 Sans" panose="020B0403020203020204" pitchFamily="34" charset="0"/>
                <a:ea typeface="X5 Sans" panose="020B0403020203020204" pitchFamily="34" charset="0"/>
              </a:rPr>
              <a:t>межролевых</a:t>
            </a:r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 конфликтов (параллельно с п.3):</a:t>
            </a:r>
          </a:p>
          <a:p>
            <a:pPr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4.1. ЦЭ вносит в АСУД технические правила разделения полномочий и настраивает блокировку присвоения таких ролей одному сотруднику без отдельного согласования.</a:t>
            </a:r>
          </a:p>
          <a:p>
            <a:pPr lvl="0"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4.2. Руководители должны: 1) перераспределить обязанности и инициировать отзыв одной из ролей создающих конфликт у сотрудников. 2) если в силу организационных ограничений перераспределение обязанностей невозможно – предусмотреть компенсирующие контроли и направить информацию о них в ЦЭ.</a:t>
            </a:r>
          </a:p>
          <a:p>
            <a:endParaRPr lang="ru-RU" sz="2800" b="1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Результат блока:</a:t>
            </a:r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Устранены конфликты внутри ролей;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устранены пользовательские конфликты либо предусмотрены компенсирующие контроли;</a:t>
            </a:r>
          </a:p>
        </p:txBody>
      </p:sp>
      <p:sp>
        <p:nvSpPr>
          <p:cNvPr id="9" name="Shape 22">
            <a:extLst>
              <a:ext uri="{FF2B5EF4-FFF2-40B4-BE49-F238E27FC236}">
                <a16:creationId xmlns:a16="http://schemas.microsoft.com/office/drawing/2014/main" id="{72D5685B-F189-4F5F-91B7-D7BBB4E22DBD}"/>
              </a:ext>
            </a:extLst>
          </p:cNvPr>
          <p:cNvSpPr/>
          <p:nvPr/>
        </p:nvSpPr>
        <p:spPr>
          <a:xfrm>
            <a:off x="16002000" y="787330"/>
            <a:ext cx="8150640" cy="1704648"/>
          </a:xfrm>
          <a:prstGeom prst="roundRect">
            <a:avLst>
              <a:gd name="adj" fmla="val 11937"/>
            </a:avLst>
          </a:prstGeom>
          <a:solidFill>
            <a:srgbClr val="F5DCFF"/>
          </a:solidFill>
          <a:ln w="12700">
            <a:noFill/>
          </a:ln>
        </p:spPr>
        <p:txBody>
          <a:bodyPr lIns="45719" rIns="45719" anchor="ctr"/>
          <a:lstStyle/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Устранение конфликтов внутри ролей используемых в других активах производится после рассмотрения в последнем активе этим активом.  </a:t>
            </a:r>
            <a:endParaRPr sz="2800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919727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">
            <a:extLst>
              <a:ext uri="{FF2B5EF4-FFF2-40B4-BE49-F238E27FC236}">
                <a16:creationId xmlns:a16="http://schemas.microsoft.com/office/drawing/2014/main" id="{6DE73782-667E-4F2E-B05D-71691C712B2A}"/>
              </a:ext>
            </a:extLst>
          </p:cNvPr>
          <p:cNvSpPr/>
          <p:nvPr/>
        </p:nvSpPr>
        <p:spPr>
          <a:xfrm>
            <a:off x="372083" y="302452"/>
            <a:ext cx="9646560" cy="969757"/>
          </a:xfrm>
          <a:prstGeom prst="roundRect">
            <a:avLst>
              <a:gd name="adj" fmla="val 17601"/>
            </a:avLst>
          </a:prstGeom>
          <a:solidFill>
            <a:srgbClr val="E5F1FF"/>
          </a:solidFill>
          <a:ln w="12700">
            <a:noFill/>
          </a:ln>
        </p:spPr>
        <p:txBody>
          <a:bodyPr lIns="45719" rIns="45719" anchor="ctr"/>
          <a:lstStyle/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Слайд – 6 – мониторинг и контроль присвоения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EF75BE7-2383-4290-B177-ADF5841E5032}"/>
              </a:ext>
            </a:extLst>
          </p:cNvPr>
          <p:cNvSpPr/>
          <p:nvPr/>
        </p:nvSpPr>
        <p:spPr>
          <a:xfrm>
            <a:off x="372083" y="1469273"/>
            <a:ext cx="2037521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Цель: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 не допускать возникновения подтверждённых </a:t>
            </a:r>
            <a:r>
              <a:rPr lang="ru-RU" sz="2800" dirty="0" err="1">
                <a:latin typeface="X5 Sans" panose="020B0403020203020204" pitchFamily="34" charset="0"/>
                <a:ea typeface="X5 Sans" panose="020B0403020203020204" pitchFamily="34" charset="0"/>
              </a:rPr>
              <a:t>SoD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-конфликтов на пользователях.</a:t>
            </a:r>
          </a:p>
          <a:p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1. Контроль предоставления доступа</a:t>
            </a:r>
          </a:p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Запрос на предоставление доступа автоматические проверяется АСУД и при выявлении конфликтов отклоняется или направляется на дополнительное </a:t>
            </a:r>
            <a:r>
              <a:rPr lang="ru-RU" sz="2800" dirty="0">
                <a:highlight>
                  <a:srgbClr val="F5DCFF"/>
                </a:highlight>
                <a:latin typeface="X5 Sans" panose="020B0403020203020204" pitchFamily="34" charset="0"/>
                <a:ea typeface="X5 Sans" panose="020B0403020203020204" pitchFamily="34" charset="0"/>
              </a:rPr>
              <a:t>согласование сотруднику ЦЭ.</a:t>
            </a:r>
          </a:p>
          <a:p>
            <a:endParaRPr lang="ru-RU" sz="2800" b="1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2. Операционный мониторинг</a:t>
            </a:r>
          </a:p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ЦЭ регулярно выгружает отчет по конфликтам из АСУД. По выявленным конфликтам процесс реализуется согласно шагу «</a:t>
            </a:r>
            <a:r>
              <a:rPr lang="ru-RU" sz="2800" dirty="0" err="1">
                <a:latin typeface="X5 Sans" panose="020B0403020203020204" pitchFamily="34" charset="0"/>
                <a:ea typeface="X5 Sans" panose="020B0403020203020204" pitchFamily="34" charset="0"/>
              </a:rPr>
              <a:t>Митигация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 рисков».</a:t>
            </a:r>
          </a:p>
          <a:p>
            <a:endParaRPr lang="ru-RU" sz="2800" b="1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Результат блока:</a:t>
            </a:r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выявление известных конфликтов на пользователях и запуск процесса </a:t>
            </a:r>
            <a:r>
              <a:rPr lang="ru-RU" sz="2800" dirty="0" err="1">
                <a:latin typeface="X5 Sans" panose="020B0403020203020204" pitchFamily="34" charset="0"/>
                <a:ea typeface="X5 Sans" panose="020B0403020203020204" pitchFamily="34" charset="0"/>
              </a:rPr>
              <a:t>митигации</a:t>
            </a:r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07271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">
            <a:extLst>
              <a:ext uri="{FF2B5EF4-FFF2-40B4-BE49-F238E27FC236}">
                <a16:creationId xmlns:a16="http://schemas.microsoft.com/office/drawing/2014/main" id="{6DE73782-667E-4F2E-B05D-71691C712B2A}"/>
              </a:ext>
            </a:extLst>
          </p:cNvPr>
          <p:cNvSpPr/>
          <p:nvPr/>
        </p:nvSpPr>
        <p:spPr>
          <a:xfrm>
            <a:off x="372083" y="302452"/>
            <a:ext cx="8356556" cy="969757"/>
          </a:xfrm>
          <a:prstGeom prst="roundRect">
            <a:avLst>
              <a:gd name="adj" fmla="val 17601"/>
            </a:avLst>
          </a:prstGeom>
          <a:solidFill>
            <a:srgbClr val="E5F1FF"/>
          </a:solidFill>
          <a:ln w="12700">
            <a:noFill/>
          </a:ln>
        </p:spPr>
        <p:txBody>
          <a:bodyPr lIns="45719" rIns="45719" anchor="ctr"/>
          <a:lstStyle/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Слайд – 7 – актуализация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ECA4178-1A05-4EBD-B051-43B725055803}"/>
              </a:ext>
            </a:extLst>
          </p:cNvPr>
          <p:cNvSpPr/>
          <p:nvPr/>
        </p:nvSpPr>
        <p:spPr>
          <a:xfrm>
            <a:off x="372082" y="1272209"/>
            <a:ext cx="18501133" cy="11295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Цель: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 поддерживать матрицу рисков и технические правила в соответствии с фактическим состоянием продуктов, систем и ролей.</a:t>
            </a:r>
            <a:endParaRPr lang="en-US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Актуализация проводится: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периодически, не реже одного раза в год;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внепланово при существенных изменениях.</a:t>
            </a:r>
          </a:p>
          <a:p>
            <a:endParaRPr lang="en-US" sz="2800" b="1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Периодический пересмотр включает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БЕ Тех предоставляет перечень изменений:</a:t>
            </a:r>
          </a:p>
          <a:p>
            <a:pPr marL="715963" lvl="0" indent="-274638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Новые измененные продукты, используемые в них ИС и роли;</a:t>
            </a:r>
          </a:p>
          <a:p>
            <a:pPr marL="715963" lvl="0" indent="-274638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фактические назначения ролей сотрудникам, включая ФИО, должности, подразделения пользователей и актив.</a:t>
            </a:r>
          </a:p>
          <a:p>
            <a:pPr marL="715963" indent="-274638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функциональное описание новых/измененных ролей (что именно позволяет делать роль)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По новым/измененным ролям ЦЭ запрашивает, а руководители подразделений предоставляют информацию о том:</a:t>
            </a:r>
          </a:p>
          <a:p>
            <a:pPr marL="625475" lvl="0" indent="-260350">
              <a:buSzPts val="1000"/>
              <a:buFont typeface="Symbol" panose="05050102010706020507" pitchFamily="18" charset="2"/>
              <a:buChar char=""/>
              <a:tabLst>
                <a:tab pos="625475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для каких рабочих операций используется роль;</a:t>
            </a:r>
          </a:p>
          <a:p>
            <a:pPr marL="625475" lvl="0" indent="-260350">
              <a:buSzPts val="1000"/>
              <a:buFont typeface="Symbol" panose="05050102010706020507" pitchFamily="18" charset="2"/>
              <a:buChar char=""/>
              <a:tabLst>
                <a:tab pos="625475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над какими бизнес-объектами выполняются действия;</a:t>
            </a:r>
          </a:p>
          <a:p>
            <a:pPr marL="625475" lvl="0" indent="-260350">
              <a:buSzPts val="1000"/>
              <a:buFont typeface="Symbol" panose="05050102010706020507" pitchFamily="18" charset="2"/>
              <a:buChar char=""/>
              <a:tabLst>
                <a:tab pos="625475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для чего роль требуется подразделению и каким должностям роль необходима.</a:t>
            </a:r>
          </a:p>
          <a:p>
            <a:pPr marL="625475" lvl="0" indent="-260350">
              <a:buSzPts val="1000"/>
              <a:buFont typeface="Symbol" panose="05050102010706020507" pitchFamily="18" charset="2"/>
              <a:buChar char=""/>
              <a:tabLst>
                <a:tab pos="625475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Если известно – какие полномочия внутри роли не используются</a:t>
            </a:r>
          </a:p>
          <a:p>
            <a:pPr marL="457200" lvl="0" indent="-457200">
              <a:buFont typeface="+mj-lt"/>
              <a:buAutoNum type="arabicPeriod" startAt="3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ЦЭ на основании полученных от БЕ Тех и от руководителей подразделений описаний изменений актуализирует матрицу </a:t>
            </a:r>
            <a:r>
              <a:rPr lang="en-US" sz="2800" dirty="0" err="1">
                <a:latin typeface="X5 Sans" panose="020B0403020203020204" pitchFamily="34" charset="0"/>
                <a:ea typeface="X5 Sans" panose="020B0403020203020204" pitchFamily="34" charset="0"/>
              </a:rPr>
              <a:t>SoD</a:t>
            </a:r>
            <a:r>
              <a:rPr lang="en-US" sz="2800" dirty="0">
                <a:latin typeface="X5 Sans" panose="020B0403020203020204" pitchFamily="34" charset="0"/>
                <a:ea typeface="X5 Sans" panose="020B0403020203020204" pitchFamily="34" charset="0"/>
              </a:rPr>
              <a:t>-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рисков и технические правила разделения полномочий и запускает процесс согласно шагу «</a:t>
            </a:r>
            <a:r>
              <a:rPr lang="ru-RU" sz="2800" dirty="0" err="1">
                <a:latin typeface="X5 Sans" panose="020B0403020203020204" pitchFamily="34" charset="0"/>
                <a:ea typeface="X5 Sans" panose="020B0403020203020204" pitchFamily="34" charset="0"/>
              </a:rPr>
              <a:t>Митигация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 рисков».</a:t>
            </a:r>
          </a:p>
          <a:p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r>
              <a:rPr lang="ru-RU" sz="2800" b="1" dirty="0">
                <a:latin typeface="X5 Sans" panose="020B0403020203020204" pitchFamily="34" charset="0"/>
                <a:ea typeface="X5 Sans" panose="020B0403020203020204" pitchFamily="34" charset="0"/>
              </a:rPr>
              <a:t>Результат блока:</a:t>
            </a:r>
            <a:endParaRPr lang="ru-RU" sz="28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актуальная матрица </a:t>
            </a:r>
            <a:r>
              <a:rPr lang="ru-RU" sz="2800" dirty="0" err="1">
                <a:latin typeface="X5 Sans" panose="020B0403020203020204" pitchFamily="34" charset="0"/>
                <a:ea typeface="X5 Sans" panose="020B0403020203020204" pitchFamily="34" charset="0"/>
              </a:rPr>
              <a:t>SoD</a:t>
            </a: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-рисков;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актуальные технические правила;</a:t>
            </a:r>
          </a:p>
        </p:txBody>
      </p:sp>
    </p:spTree>
    <p:extLst>
      <p:ext uri="{BB962C8B-B14F-4D97-AF65-F5344CB8AC3E}">
        <p14:creationId xmlns:p14="http://schemas.microsoft.com/office/powerpoint/2010/main" val="210682044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">
            <a:extLst>
              <a:ext uri="{FF2B5EF4-FFF2-40B4-BE49-F238E27FC236}">
                <a16:creationId xmlns:a16="http://schemas.microsoft.com/office/drawing/2014/main" id="{6DE73782-667E-4F2E-B05D-71691C712B2A}"/>
              </a:ext>
            </a:extLst>
          </p:cNvPr>
          <p:cNvSpPr/>
          <p:nvPr/>
        </p:nvSpPr>
        <p:spPr>
          <a:xfrm>
            <a:off x="372082" y="302452"/>
            <a:ext cx="11515117" cy="969757"/>
          </a:xfrm>
          <a:prstGeom prst="roundRect">
            <a:avLst>
              <a:gd name="adj" fmla="val 17601"/>
            </a:avLst>
          </a:prstGeom>
          <a:solidFill>
            <a:srgbClr val="E5F1FF"/>
          </a:solidFill>
          <a:ln w="12700">
            <a:noFill/>
          </a:ln>
        </p:spPr>
        <p:txBody>
          <a:bodyPr lIns="45719" rIns="45719" anchor="ctr"/>
          <a:lstStyle/>
          <a:p>
            <a:r>
              <a:rPr lang="ru-RU" sz="2800" dirty="0">
                <a:latin typeface="X5 Sans" panose="020B0403020203020204" pitchFamily="34" charset="0"/>
                <a:ea typeface="X5 Sans" panose="020B0403020203020204" pitchFamily="34" charset="0"/>
              </a:rPr>
              <a:t>Слайд – 8 – ближайшие шаги и прочие вопросы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7F778E-0427-4355-A65A-C777A906010B}"/>
              </a:ext>
            </a:extLst>
          </p:cNvPr>
          <p:cNvSpPr txBox="1"/>
          <p:nvPr/>
        </p:nvSpPr>
        <p:spPr>
          <a:xfrm>
            <a:off x="379966" y="8411920"/>
            <a:ext cx="21337034" cy="40318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200" b="1" i="0" u="none" strike="noStrike" cap="none" spc="0" normalizeH="0" baseline="0" dirty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Открыт</a:t>
            </a:r>
            <a:r>
              <a:rPr lang="ru-RU" sz="3200" b="1" dirty="0">
                <a:latin typeface="X5 Sans" panose="020B0403020203020204" pitchFamily="34" charset="0"/>
                <a:ea typeface="X5 Sans" panose="020B0403020203020204" pitchFamily="34" charset="0"/>
              </a:rPr>
              <a:t>ые</a:t>
            </a:r>
            <a:r>
              <a:rPr kumimoji="0" lang="ru-RU" sz="3200" b="1" i="0" u="none" strike="noStrike" cap="none" spc="0" normalizeH="0" baseline="0" dirty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 вопросы и риски</a:t>
            </a:r>
            <a:r>
              <a:rPr lang="ru-RU" sz="3200" b="1" dirty="0">
                <a:latin typeface="X5 Sans" panose="020B0403020203020204" pitchFamily="34" charset="0"/>
                <a:ea typeface="X5 Sans" panose="020B0403020203020204" pitchFamily="34" charset="0"/>
              </a:rPr>
              <a:t>:</a:t>
            </a:r>
          </a:p>
          <a:p>
            <a:pPr marL="514350" marR="0" indent="-5143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ru-RU" sz="3200" b="0" i="0" u="none" strike="noStrike" cap="none" spc="0" normalizeH="0" baseline="0" dirty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Отсутствие нужной экспертизы и ресурсов </a:t>
            </a: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у ЦЭ в активах</a:t>
            </a:r>
          </a:p>
          <a:p>
            <a:pPr marL="514350" marR="0" indent="-5143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ru-RU" sz="3200" b="0" i="0" u="none" strike="noStrike" cap="none" spc="0" normalizeH="0" baseline="0" dirty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Отсутствие предусмотренного бюджета на оплату услуг БЕ Тех в рамках проекта</a:t>
            </a:r>
          </a:p>
          <a:p>
            <a:pPr marL="514350" marR="0" indent="-5143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Отсутствие у БЕ Тех / ЦЭ экспертизы по работе с настройками конфликтов в АСУД, включая настройки блокировки конфликтных присвоений и отчетов по конфликтам</a:t>
            </a:r>
          </a:p>
          <a:p>
            <a:pPr marL="514350" marR="0" indent="-5143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ru-RU" sz="3200" b="0" i="0" u="none" strike="noStrike" cap="none" spc="0" normalizeH="0" baseline="0" dirty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Часть ключевых рисков </a:t>
            </a:r>
            <a:r>
              <a:rPr kumimoji="0" lang="en-US" sz="3200" b="0" i="0" u="none" strike="noStrike" cap="none" spc="0" normalizeH="0" baseline="0" dirty="0" err="1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SoD</a:t>
            </a:r>
            <a:r>
              <a:rPr kumimoji="0" lang="ru-RU" sz="3200" b="0" i="0" u="none" strike="noStrike" cap="none" spc="0" normalizeH="0" baseline="0" dirty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 может быть выявлен</a:t>
            </a: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а</a:t>
            </a:r>
            <a:r>
              <a:rPr kumimoji="0" lang="ru-RU" sz="3200" b="0" i="0" u="none" strike="noStrike" cap="none" spc="0" normalizeH="0" baseline="0" dirty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 </a:t>
            </a: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не ранее второго этапа, при анализе критичных ИС (ТОРГ)</a:t>
            </a:r>
            <a:endParaRPr kumimoji="0" lang="ru-RU" sz="3200" b="0" i="0" u="none" strike="noStrike" cap="none" spc="0" normalizeH="0" baseline="0" dirty="0">
              <a:ln>
                <a:noFill/>
              </a:ln>
              <a:solidFill>
                <a:srgbClr val="0E5A05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  <a:p>
            <a:pPr marL="514350" marR="0" indent="-5143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endParaRPr kumimoji="0" lang="ru-RU" sz="3200" b="0" i="0" u="none" strike="noStrike" cap="none" spc="0" normalizeH="0" baseline="0" dirty="0">
              <a:ln>
                <a:noFill/>
              </a:ln>
              <a:solidFill>
                <a:srgbClr val="0E5A05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91D0EF7-5317-49C2-B28C-A0C01E8E0050}"/>
              </a:ext>
            </a:extLst>
          </p:cNvPr>
          <p:cNvSpPr/>
          <p:nvPr/>
        </p:nvSpPr>
        <p:spPr>
          <a:xfrm>
            <a:off x="379966" y="1272209"/>
            <a:ext cx="20938461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latin typeface="X5 Sans" panose="020B0403020203020204" pitchFamily="34" charset="0"/>
                <a:ea typeface="X5 Sans" panose="020B0403020203020204" pitchFamily="34" charset="0"/>
              </a:rPr>
              <a:t>Дальнейшие шаги: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3200" dirty="0" err="1">
                <a:latin typeface="X5 Sans" panose="020B0403020203020204" pitchFamily="34" charset="0"/>
                <a:ea typeface="X5 Sans" panose="020B0403020203020204" pitchFamily="34" charset="0"/>
              </a:rPr>
              <a:t>Финализация</a:t>
            </a: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 концепции и формирование проекта дорожной карты – </a:t>
            </a:r>
            <a:r>
              <a:rPr lang="ru-RU" sz="3200" dirty="0">
                <a:solidFill>
                  <a:srgbClr val="FF0000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28 августа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ДР получает согласование концепции:*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Дирекция по внутреннему аудиту (Иван Ворона)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Финансовая дирекция (Николай Иванов)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БЕ Технологии (Александр Костин)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Направление «Организационная эффективность» (Денис Дудоров)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Подписание приказа о внедрении концепции, назначении ответственных и формированию дорожной карты и (Игорь </a:t>
            </a:r>
            <a:r>
              <a:rPr lang="ru-RU" sz="3200" dirty="0" err="1">
                <a:latin typeface="X5 Sans" panose="020B0403020203020204" pitchFamily="34" charset="0"/>
                <a:ea typeface="X5 Sans" panose="020B0403020203020204" pitchFamily="34" charset="0"/>
              </a:rPr>
              <a:t>Шехтерман</a:t>
            </a: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Рассмотрение на Аудиторском комитете (</a:t>
            </a:r>
            <a:r>
              <a:rPr lang="ru-RU" sz="3200" dirty="0">
                <a:solidFill>
                  <a:srgbClr val="FF0000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20-е числа сентября</a:t>
            </a: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Формирование методологии (до 1 октября)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Запуск пилота согласно дорожной карты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Формализация ВНД и запуск целевого процесса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89447-B115-41EC-8D74-B2AF6D97EA7D}"/>
              </a:ext>
            </a:extLst>
          </p:cNvPr>
          <p:cNvSpPr txBox="1"/>
          <p:nvPr/>
        </p:nvSpPr>
        <p:spPr>
          <a:xfrm>
            <a:off x="972576" y="12233132"/>
            <a:ext cx="153783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i="1" dirty="0">
                <a:solidFill>
                  <a:srgbClr val="FF0000"/>
                </a:solidFill>
              </a:rPr>
              <a:t>* На встрече проговорили, что период отпусков может не позволить выполнить 2 и 3 пункты до проведения Аудиторского комитета</a:t>
            </a:r>
          </a:p>
        </p:txBody>
      </p:sp>
    </p:spTree>
    <p:extLst>
      <p:ext uri="{BB962C8B-B14F-4D97-AF65-F5344CB8AC3E}">
        <p14:creationId xmlns:p14="http://schemas.microsoft.com/office/powerpoint/2010/main" val="323068143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Shape 1"/>
          <p:cNvSpPr/>
          <p:nvPr/>
        </p:nvSpPr>
        <p:spPr>
          <a:xfrm>
            <a:off x="20192894" y="7162758"/>
            <a:ext cx="3682981" cy="4317439"/>
          </a:xfrm>
          <a:prstGeom prst="roundRect">
            <a:avLst>
              <a:gd name="adj" fmla="val 15639"/>
            </a:avLst>
          </a:prstGeom>
          <a:solidFill>
            <a:schemeClr val="accent6">
              <a:hueOff val="-5353846"/>
              <a:satOff val="-95121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22" name="Shape 4"/>
          <p:cNvSpPr/>
          <p:nvPr/>
        </p:nvSpPr>
        <p:spPr>
          <a:xfrm>
            <a:off x="16255916" y="4508806"/>
            <a:ext cx="3682981" cy="4317439"/>
          </a:xfrm>
          <a:prstGeom prst="roundRect">
            <a:avLst>
              <a:gd name="adj" fmla="val 15639"/>
            </a:avLst>
          </a:prstGeom>
          <a:solidFill>
            <a:schemeClr val="accent6">
              <a:hueOff val="-5353846"/>
              <a:satOff val="-95121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23" name="Shape 7"/>
          <p:cNvSpPr/>
          <p:nvPr/>
        </p:nvSpPr>
        <p:spPr>
          <a:xfrm>
            <a:off x="12318935" y="470737"/>
            <a:ext cx="3682981" cy="5460291"/>
          </a:xfrm>
          <a:prstGeom prst="roundRect">
            <a:avLst>
              <a:gd name="adj" fmla="val 15639"/>
            </a:avLst>
          </a:prstGeom>
          <a:solidFill>
            <a:schemeClr val="accent6">
              <a:hueOff val="-5353846"/>
              <a:satOff val="-95121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824" name="Рисунок 20" descr="Рисунок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434" y="5321663"/>
            <a:ext cx="7239001" cy="66421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Текст 12">
            <a:extLst>
              <a:ext uri="{FF2B5EF4-FFF2-40B4-BE49-F238E27FC236}">
                <a16:creationId xmlns:a16="http://schemas.microsoft.com/office/drawing/2014/main" id="{23D68547-5CCE-4456-0BCC-6A42660FC6F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C4A2AF58-E9FF-2041-FFDA-C262E83E7BDE}"/>
              </a:ext>
            </a:extLst>
          </p:cNvPr>
          <p:cNvSpPr>
            <a:spLocks noGrp="1"/>
          </p:cNvSpPr>
          <p:nvPr>
            <p:ph type="body" sz="half" idx="2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FB5DB794-672D-8541-DD53-99D02F52ABE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2671667-776A-A9F2-513F-0F0B30EFF3C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62CD0C6C-18AC-D01F-9B42-D1E492A6C9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70E7D31-23A6-7F24-66B3-2915DC35140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BA7E819-8F17-2CF0-4687-F6C02A23892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2E96F6D7-1CED-35BE-0198-DEEBE05B2EA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15FDB85D-C978-6F08-F269-16BC5973D6F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2" name="Рисунок 24" descr="Рисунок 24">
            <a:extLst>
              <a:ext uri="{FF2B5EF4-FFF2-40B4-BE49-F238E27FC236}">
                <a16:creationId xmlns:a16="http://schemas.microsoft.com/office/drawing/2014/main" id="{44EB8D76-29E0-48FC-A3E3-2C11276E2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6740" y="1316867"/>
            <a:ext cx="6697159" cy="669715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" name="Рисунок 27" descr="Рисунок 27">
            <a:extLst>
              <a:ext uri="{FF2B5EF4-FFF2-40B4-BE49-F238E27FC236}">
                <a16:creationId xmlns:a16="http://schemas.microsoft.com/office/drawing/2014/main" id="{06F92B26-2190-4AE8-8AAB-BDB0EAD7A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05783" y="8201178"/>
            <a:ext cx="5956301" cy="4902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5A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BB4CD41D-CB91-9385-F610-1C97BE24E061}"/>
              </a:ext>
            </a:extLst>
          </p:cNvPr>
          <p:cNvSpPr/>
          <p:nvPr/>
        </p:nvSpPr>
        <p:spPr>
          <a:xfrm>
            <a:off x="16230514" y="4026268"/>
            <a:ext cx="7645364" cy="7745992"/>
          </a:xfrm>
          <a:prstGeom prst="roundRect">
            <a:avLst>
              <a:gd name="adj" fmla="val 8099"/>
            </a:avLst>
          </a:prstGeom>
          <a:solidFill>
            <a:srgbClr val="EBFF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74" name="Shape 0"/>
          <p:cNvSpPr/>
          <p:nvPr/>
        </p:nvSpPr>
        <p:spPr>
          <a:xfrm>
            <a:off x="16636914" y="10565917"/>
            <a:ext cx="6832566" cy="444443"/>
          </a:xfrm>
          <a:prstGeom prst="roundRect">
            <a:avLst>
              <a:gd name="adj" fmla="val 50000"/>
            </a:avLst>
          </a:prstGeom>
          <a:ln w="12700">
            <a:solidFill>
              <a:srgbClr val="0F5A05">
                <a:alpha val="50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75" name="Shape 1"/>
          <p:cNvSpPr/>
          <p:nvPr/>
        </p:nvSpPr>
        <p:spPr>
          <a:xfrm>
            <a:off x="23024980" y="10565917"/>
            <a:ext cx="444499" cy="444443"/>
          </a:xfrm>
          <a:prstGeom prst="roundRect">
            <a:avLst>
              <a:gd name="adj" fmla="val 50000"/>
            </a:avLst>
          </a:prstGeom>
          <a:solidFill>
            <a:srgbClr val="0F5A05"/>
          </a:solidFill>
          <a:ln w="12700">
            <a:solidFill>
              <a:srgbClr val="0F5A0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76" name="Text 3"/>
          <p:cNvSpPr txBox="1"/>
          <p:nvPr/>
        </p:nvSpPr>
        <p:spPr>
          <a:xfrm>
            <a:off x="23135046" y="10708665"/>
            <a:ext cx="237066" cy="183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500"/>
              </a:lnSpc>
              <a:defRPr sz="1400">
                <a:solidFill>
                  <a:srgbClr val="EBFFD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➔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DB533FC6-8410-BE3E-D964-7702B42AFE6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79688A3D-18E4-BAA4-F8C8-8694455567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E63F7891-3BBF-E769-3E48-9270A745E74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69CAF13D-71AD-25B6-AE3F-B9F3BE986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18AE6420-7D26-556C-47AD-8C612AFB827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A7D57EEC-06BF-19DE-C918-81EEDBC0996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CA4138FE-3C98-99D0-93F9-92F95842545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FDBBE26B-3AA4-6AE1-A7F0-C81D621CC4B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AFA9CD32-FF88-CA7D-05BE-0DAA0797E55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1A4A288F-3AE7-945C-E0D6-15E650106B8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7A9D058D-A0C0-FB6C-EF39-73AC0C46E77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37D7170E-0E85-594D-F75C-F4AE2EE524C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7C8533D0-B530-E05A-FE08-934B0F4EED39}"/>
              </a:ext>
            </a:extLst>
          </p:cNvPr>
          <p:cNvSpPr/>
          <p:nvPr/>
        </p:nvSpPr>
        <p:spPr>
          <a:xfrm>
            <a:off x="495422" y="4026268"/>
            <a:ext cx="14465102" cy="7745992"/>
          </a:xfrm>
          <a:prstGeom prst="roundRect">
            <a:avLst>
              <a:gd name="adj" fmla="val 8099"/>
            </a:avLst>
          </a:prstGeom>
          <a:solidFill>
            <a:schemeClr val="accent6">
              <a:hueOff val="-5353846"/>
              <a:satOff val="-95121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7">
            <a:extLst>
              <a:ext uri="{FF2B5EF4-FFF2-40B4-BE49-F238E27FC236}">
                <a16:creationId xmlns:a16="http://schemas.microsoft.com/office/drawing/2014/main" id="{3C376F5C-B33C-7330-5572-DBD0FE6A972B}"/>
              </a:ext>
            </a:extLst>
          </p:cNvPr>
          <p:cNvSpPr/>
          <p:nvPr/>
        </p:nvSpPr>
        <p:spPr>
          <a:xfrm>
            <a:off x="507997" y="1334219"/>
            <a:ext cx="7111963" cy="10476136"/>
          </a:xfrm>
          <a:prstGeom prst="roundRect">
            <a:avLst>
              <a:gd name="adj" fmla="val 8892"/>
            </a:avLst>
          </a:prstGeom>
          <a:solidFill>
            <a:srgbClr val="FFF1BE"/>
          </a:solidFill>
          <a:ln w="12700">
            <a:noFill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" name="Shape 7">
            <a:extLst>
              <a:ext uri="{FF2B5EF4-FFF2-40B4-BE49-F238E27FC236}">
                <a16:creationId xmlns:a16="http://schemas.microsoft.com/office/drawing/2014/main" id="{0B3B7D23-E6C6-33E4-45AF-7DED1C6B9276}"/>
              </a:ext>
            </a:extLst>
          </p:cNvPr>
          <p:cNvSpPr/>
          <p:nvPr/>
        </p:nvSpPr>
        <p:spPr>
          <a:xfrm>
            <a:off x="8381958" y="1334219"/>
            <a:ext cx="7111963" cy="10476136"/>
          </a:xfrm>
          <a:prstGeom prst="roundRect">
            <a:avLst>
              <a:gd name="adj" fmla="val 8892"/>
            </a:avLst>
          </a:prstGeom>
          <a:solidFill>
            <a:srgbClr val="EBFFD8"/>
          </a:solidFill>
          <a:ln w="12700">
            <a:noFill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" name="Shape 7">
            <a:extLst>
              <a:ext uri="{FF2B5EF4-FFF2-40B4-BE49-F238E27FC236}">
                <a16:creationId xmlns:a16="http://schemas.microsoft.com/office/drawing/2014/main" id="{FECC09B6-74E3-29D8-CDBD-82D0692A75FC}"/>
              </a:ext>
            </a:extLst>
          </p:cNvPr>
          <p:cNvSpPr/>
          <p:nvPr/>
        </p:nvSpPr>
        <p:spPr>
          <a:xfrm>
            <a:off x="16255917" y="1334219"/>
            <a:ext cx="7111963" cy="10476136"/>
          </a:xfrm>
          <a:prstGeom prst="roundRect">
            <a:avLst>
              <a:gd name="adj" fmla="val 8892"/>
            </a:avLst>
          </a:prstGeom>
          <a:solidFill>
            <a:srgbClr val="E5F1FF"/>
          </a:solidFill>
          <a:ln w="12700">
            <a:noFill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91" name="Image 2" descr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71" y="6365938"/>
            <a:ext cx="6369018" cy="19049"/>
          </a:xfrm>
          <a:prstGeom prst="rect">
            <a:avLst/>
          </a:prstGeom>
          <a:ln w="12700">
            <a:miter lim="400000"/>
          </a:ln>
        </p:spPr>
      </p:pic>
      <p:pic>
        <p:nvPicPr>
          <p:cNvPr id="992" name="Image 19" descr="Imag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71" y="9311954"/>
            <a:ext cx="6369018" cy="19049"/>
          </a:xfrm>
          <a:prstGeom prst="rect">
            <a:avLst/>
          </a:prstGeom>
          <a:ln w="12700">
            <a:miter lim="400000"/>
          </a:ln>
        </p:spPr>
      </p:pic>
      <p:pic>
        <p:nvPicPr>
          <p:cNvPr id="993" name="Image 20" descr="Imag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430" y="6365938"/>
            <a:ext cx="6369018" cy="19049"/>
          </a:xfrm>
          <a:prstGeom prst="rect">
            <a:avLst/>
          </a:prstGeom>
          <a:ln w="12700">
            <a:miter lim="400000"/>
          </a:ln>
        </p:spPr>
      </p:pic>
      <p:pic>
        <p:nvPicPr>
          <p:cNvPr id="994" name="Image 21" descr="Imag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430" y="9311954"/>
            <a:ext cx="6369018" cy="19049"/>
          </a:xfrm>
          <a:prstGeom prst="rect">
            <a:avLst/>
          </a:prstGeom>
          <a:ln w="12700">
            <a:miter lim="400000"/>
          </a:ln>
        </p:spPr>
      </p:pic>
      <p:sp>
        <p:nvSpPr>
          <p:cNvPr id="995" name="Shape 41"/>
          <p:cNvSpPr/>
          <p:nvPr/>
        </p:nvSpPr>
        <p:spPr>
          <a:xfrm>
            <a:off x="6210267" y="1740566"/>
            <a:ext cx="1028696" cy="507935"/>
          </a:xfrm>
          <a:prstGeom prst="roundRect">
            <a:avLst>
              <a:gd name="adj" fmla="val 50000"/>
            </a:avLst>
          </a:prstGeom>
          <a:solidFill>
            <a:srgbClr val="0F5A05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96" name="Shape 43"/>
          <p:cNvSpPr/>
          <p:nvPr/>
        </p:nvSpPr>
        <p:spPr>
          <a:xfrm>
            <a:off x="14084228" y="1740566"/>
            <a:ext cx="1028696" cy="507935"/>
          </a:xfrm>
          <a:prstGeom prst="roundRect">
            <a:avLst>
              <a:gd name="adj" fmla="val 50000"/>
            </a:avLst>
          </a:prstGeom>
          <a:solidFill>
            <a:srgbClr val="0F5A05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98" name="Shape 56"/>
          <p:cNvSpPr/>
          <p:nvPr/>
        </p:nvSpPr>
        <p:spPr>
          <a:xfrm>
            <a:off x="21958186" y="1740566"/>
            <a:ext cx="1028696" cy="507935"/>
          </a:xfrm>
          <a:prstGeom prst="roundRect">
            <a:avLst>
              <a:gd name="adj" fmla="val 50000"/>
            </a:avLst>
          </a:prstGeom>
          <a:solidFill>
            <a:srgbClr val="0F5A05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99" name="Image 30" descr="Imag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7388" y="6340542"/>
            <a:ext cx="6369018" cy="1904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0" name="Image 31" descr="Imag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7388" y="9311954"/>
            <a:ext cx="6369018" cy="19049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Текст 27">
            <a:extLst>
              <a:ext uri="{FF2B5EF4-FFF2-40B4-BE49-F238E27FC236}">
                <a16:creationId xmlns:a16="http://schemas.microsoft.com/office/drawing/2014/main" id="{8DBE69E5-A630-C84A-2DAE-270623528515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1111FB4-5A62-C327-23B2-D08B3B4AF62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FAE60249-1ECD-AF31-7FF0-E56AA3B62E1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31" name="Текст 30">
            <a:extLst>
              <a:ext uri="{FF2B5EF4-FFF2-40B4-BE49-F238E27FC236}">
                <a16:creationId xmlns:a16="http://schemas.microsoft.com/office/drawing/2014/main" id="{C19600E2-5BF2-9687-289F-50E890E1438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BC26A78D-79F5-5A22-67E8-41D6B37BF14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3" name="Текст 32">
            <a:extLst>
              <a:ext uri="{FF2B5EF4-FFF2-40B4-BE49-F238E27FC236}">
                <a16:creationId xmlns:a16="http://schemas.microsoft.com/office/drawing/2014/main" id="{F34F413C-BF1D-E560-9994-65B0946F5D8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4" name="Текст 33">
            <a:extLst>
              <a:ext uri="{FF2B5EF4-FFF2-40B4-BE49-F238E27FC236}">
                <a16:creationId xmlns:a16="http://schemas.microsoft.com/office/drawing/2014/main" id="{68A4F204-ED09-9E55-5AAC-57987F7E590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5" name="Текст 34">
            <a:extLst>
              <a:ext uri="{FF2B5EF4-FFF2-40B4-BE49-F238E27FC236}">
                <a16:creationId xmlns:a16="http://schemas.microsoft.com/office/drawing/2014/main" id="{CBE042F6-D0E4-BBBC-26AC-31A0F4BBE9F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DEE1559F-9D3D-9F18-A9A9-C386A0E719E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E3AE3D88-3002-D17F-32CE-36455F39EC4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679C3B42-816B-1F1D-B6E5-9B7BB9615C0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9" name="Текст 38">
            <a:extLst>
              <a:ext uri="{FF2B5EF4-FFF2-40B4-BE49-F238E27FC236}">
                <a16:creationId xmlns:a16="http://schemas.microsoft.com/office/drawing/2014/main" id="{C94DEC7B-5218-84FE-C12E-22409F59798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4EA599DA-3313-534F-E3D7-4632644D86C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1" name="Текст 40">
            <a:extLst>
              <a:ext uri="{FF2B5EF4-FFF2-40B4-BE49-F238E27FC236}">
                <a16:creationId xmlns:a16="http://schemas.microsoft.com/office/drawing/2014/main" id="{F37BB1A4-A134-07F2-0C55-A473BE2C658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2" name="Текст 41">
            <a:extLst>
              <a:ext uri="{FF2B5EF4-FFF2-40B4-BE49-F238E27FC236}">
                <a16:creationId xmlns:a16="http://schemas.microsoft.com/office/drawing/2014/main" id="{A2163EDC-A879-420A-B696-1C3957BA1F8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3" name="Текст 42">
            <a:extLst>
              <a:ext uri="{FF2B5EF4-FFF2-40B4-BE49-F238E27FC236}">
                <a16:creationId xmlns:a16="http://schemas.microsoft.com/office/drawing/2014/main" id="{2204FBF7-1751-6B31-7566-0816E36249A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4" name="Текст 43">
            <a:extLst>
              <a:ext uri="{FF2B5EF4-FFF2-40B4-BE49-F238E27FC236}">
                <a16:creationId xmlns:a16="http://schemas.microsoft.com/office/drawing/2014/main" id="{D44F5BA3-BA97-0A8E-4E79-30EC432454D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5" name="Текст 44">
            <a:extLst>
              <a:ext uri="{FF2B5EF4-FFF2-40B4-BE49-F238E27FC236}">
                <a16:creationId xmlns:a16="http://schemas.microsoft.com/office/drawing/2014/main" id="{5C35338B-77C9-4FE9-E9D0-DEFDF88CB3A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6" name="Текст 45">
            <a:extLst>
              <a:ext uri="{FF2B5EF4-FFF2-40B4-BE49-F238E27FC236}">
                <a16:creationId xmlns:a16="http://schemas.microsoft.com/office/drawing/2014/main" id="{CFED5076-09CC-2BEB-7FF6-8DCC19F92BD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7" name="Текст 46">
            <a:extLst>
              <a:ext uri="{FF2B5EF4-FFF2-40B4-BE49-F238E27FC236}">
                <a16:creationId xmlns:a16="http://schemas.microsoft.com/office/drawing/2014/main" id="{2558709A-398F-14F2-0509-11063DB2A96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C9235928-11C8-24BE-F68B-838B98075BB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9" name="Текст 48">
            <a:extLst>
              <a:ext uri="{FF2B5EF4-FFF2-40B4-BE49-F238E27FC236}">
                <a16:creationId xmlns:a16="http://schemas.microsoft.com/office/drawing/2014/main" id="{858A5FA5-BCC0-1A33-E1DB-A185F02BEC6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26C35D07-FAF9-06A9-2A00-BA1A3FBE7957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1" name="Текст 50">
            <a:extLst>
              <a:ext uri="{FF2B5EF4-FFF2-40B4-BE49-F238E27FC236}">
                <a16:creationId xmlns:a16="http://schemas.microsoft.com/office/drawing/2014/main" id="{5463C016-28E8-0633-E26E-BEC82DD6FC6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Текст 27">
            <a:extLst>
              <a:ext uri="{FF2B5EF4-FFF2-40B4-BE49-F238E27FC236}">
                <a16:creationId xmlns:a16="http://schemas.microsoft.com/office/drawing/2014/main" id="{E38E49EA-179A-D847-1302-DE9FF0F930DD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0BA3FA8F-8A95-7386-D1AB-C6EC9B7248C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38DA6223-4AF5-B69C-0831-B4516A5773D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Текст 30">
            <a:extLst>
              <a:ext uri="{FF2B5EF4-FFF2-40B4-BE49-F238E27FC236}">
                <a16:creationId xmlns:a16="http://schemas.microsoft.com/office/drawing/2014/main" id="{BCC79443-C44E-C53B-CAFC-373A7DB1CCD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1080C88F-3395-1394-AA27-587A4D27445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3" name="Текст 32">
            <a:extLst>
              <a:ext uri="{FF2B5EF4-FFF2-40B4-BE49-F238E27FC236}">
                <a16:creationId xmlns:a16="http://schemas.microsoft.com/office/drawing/2014/main" id="{A1B2DA71-6D1C-405E-A876-13BC789839D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4" name="Текст 33">
            <a:extLst>
              <a:ext uri="{FF2B5EF4-FFF2-40B4-BE49-F238E27FC236}">
                <a16:creationId xmlns:a16="http://schemas.microsoft.com/office/drawing/2014/main" id="{36F6D05E-FA7C-D4F2-6CEF-0085C1B50A2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5" name="Текст 34">
            <a:extLst>
              <a:ext uri="{FF2B5EF4-FFF2-40B4-BE49-F238E27FC236}">
                <a16:creationId xmlns:a16="http://schemas.microsoft.com/office/drawing/2014/main" id="{362FC478-88B3-D1D9-30BE-DD0E32D18F2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B54CF6DF-1030-7067-64F5-889A47943B9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2BE0EC2A-F984-4B27-850F-4555F995711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EF4621F5-CBB8-32E5-3CE6-C16E28B0B87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9" name="Текст 38">
            <a:extLst>
              <a:ext uri="{FF2B5EF4-FFF2-40B4-BE49-F238E27FC236}">
                <a16:creationId xmlns:a16="http://schemas.microsoft.com/office/drawing/2014/main" id="{2B29A6FD-ECB7-4099-8E3A-A5EDF8BCFD4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16391EDA-A2EF-881E-978B-E85AD07A715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1" name="Текст 40">
            <a:extLst>
              <a:ext uri="{FF2B5EF4-FFF2-40B4-BE49-F238E27FC236}">
                <a16:creationId xmlns:a16="http://schemas.microsoft.com/office/drawing/2014/main" id="{32485E01-B8FE-C496-1289-520760F4DBF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2" name="Текст 41">
            <a:extLst>
              <a:ext uri="{FF2B5EF4-FFF2-40B4-BE49-F238E27FC236}">
                <a16:creationId xmlns:a16="http://schemas.microsoft.com/office/drawing/2014/main" id="{3BD6D4F1-09E0-825D-2C41-682CF8510F3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3" name="Текст 42">
            <a:extLst>
              <a:ext uri="{FF2B5EF4-FFF2-40B4-BE49-F238E27FC236}">
                <a16:creationId xmlns:a16="http://schemas.microsoft.com/office/drawing/2014/main" id="{53B921CE-F600-E8D1-E997-B27DD579DA1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4" name="Текст 43">
            <a:extLst>
              <a:ext uri="{FF2B5EF4-FFF2-40B4-BE49-F238E27FC236}">
                <a16:creationId xmlns:a16="http://schemas.microsoft.com/office/drawing/2014/main" id="{5A04C1EE-D4D1-4390-2C1B-5F0F0DA8A52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5" name="Текст 44">
            <a:extLst>
              <a:ext uri="{FF2B5EF4-FFF2-40B4-BE49-F238E27FC236}">
                <a16:creationId xmlns:a16="http://schemas.microsoft.com/office/drawing/2014/main" id="{0EE3726C-415A-D675-3144-9A9BADC8035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6" name="Текст 45">
            <a:extLst>
              <a:ext uri="{FF2B5EF4-FFF2-40B4-BE49-F238E27FC236}">
                <a16:creationId xmlns:a16="http://schemas.microsoft.com/office/drawing/2014/main" id="{1E180513-3F34-2FFF-F9CA-7071E6C9701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7" name="Текст 46">
            <a:extLst>
              <a:ext uri="{FF2B5EF4-FFF2-40B4-BE49-F238E27FC236}">
                <a16:creationId xmlns:a16="http://schemas.microsoft.com/office/drawing/2014/main" id="{9ACA65CC-6E79-8ABD-C204-7E7377340AA3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E566E4DA-50B9-08E4-02FF-2B3618BBEEC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9" name="Текст 48">
            <a:extLst>
              <a:ext uri="{FF2B5EF4-FFF2-40B4-BE49-F238E27FC236}">
                <a16:creationId xmlns:a16="http://schemas.microsoft.com/office/drawing/2014/main" id="{E17E733C-6FCC-0EB6-2991-8C96A565EBD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1598FE31-3356-67B7-7910-A9BE1DC6A30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1" name="Текст 50">
            <a:extLst>
              <a:ext uri="{FF2B5EF4-FFF2-40B4-BE49-F238E27FC236}">
                <a16:creationId xmlns:a16="http://schemas.microsoft.com/office/drawing/2014/main" id="{97AEFC00-D8A8-21D1-FD8A-1D777DFDF03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Shape 7">
            <a:extLst>
              <a:ext uri="{FF2B5EF4-FFF2-40B4-BE49-F238E27FC236}">
                <a16:creationId xmlns:a16="http://schemas.microsoft.com/office/drawing/2014/main" id="{E0856B57-75AD-401B-926D-230B3B9CE74F}"/>
              </a:ext>
            </a:extLst>
          </p:cNvPr>
          <p:cNvSpPr/>
          <p:nvPr/>
        </p:nvSpPr>
        <p:spPr>
          <a:xfrm>
            <a:off x="15519317" y="3855363"/>
            <a:ext cx="8356557" cy="1396819"/>
          </a:xfrm>
          <a:prstGeom prst="roundRect">
            <a:avLst>
              <a:gd name="adj" fmla="val 17601"/>
            </a:avLst>
          </a:prstGeom>
          <a:solidFill>
            <a:srgbClr val="E5F1FF"/>
          </a:solidFill>
          <a:ln w="12700">
            <a:noFill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7" name="Shape 7">
            <a:extLst>
              <a:ext uri="{FF2B5EF4-FFF2-40B4-BE49-F238E27FC236}">
                <a16:creationId xmlns:a16="http://schemas.microsoft.com/office/drawing/2014/main" id="{4BDDACFA-DCCE-E497-BD36-B5C0962F741C}"/>
              </a:ext>
            </a:extLst>
          </p:cNvPr>
          <p:cNvSpPr/>
          <p:nvPr/>
        </p:nvSpPr>
        <p:spPr>
          <a:xfrm>
            <a:off x="15519318" y="5360640"/>
            <a:ext cx="8356556" cy="1396819"/>
          </a:xfrm>
          <a:prstGeom prst="roundRect">
            <a:avLst>
              <a:gd name="adj" fmla="val 17601"/>
            </a:avLst>
          </a:prstGeom>
          <a:solidFill>
            <a:srgbClr val="E5F1FF"/>
          </a:solidFill>
          <a:ln w="12700">
            <a:noFill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8" name="Shape 7">
            <a:extLst>
              <a:ext uri="{FF2B5EF4-FFF2-40B4-BE49-F238E27FC236}">
                <a16:creationId xmlns:a16="http://schemas.microsoft.com/office/drawing/2014/main" id="{189B2519-DD3E-7E9A-0236-CB58DDF011E1}"/>
              </a:ext>
            </a:extLst>
          </p:cNvPr>
          <p:cNvSpPr/>
          <p:nvPr/>
        </p:nvSpPr>
        <p:spPr>
          <a:xfrm>
            <a:off x="15519318" y="7555459"/>
            <a:ext cx="8356556" cy="1396819"/>
          </a:xfrm>
          <a:prstGeom prst="roundRect">
            <a:avLst>
              <a:gd name="adj" fmla="val 17601"/>
            </a:avLst>
          </a:prstGeom>
          <a:solidFill>
            <a:srgbClr val="E5F1FF"/>
          </a:solidFill>
          <a:ln w="12700">
            <a:noFill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9" name="Shape 7">
            <a:extLst>
              <a:ext uri="{FF2B5EF4-FFF2-40B4-BE49-F238E27FC236}">
                <a16:creationId xmlns:a16="http://schemas.microsoft.com/office/drawing/2014/main" id="{E9708164-B8CA-F7B1-0CAF-CC22BF4589D8}"/>
              </a:ext>
            </a:extLst>
          </p:cNvPr>
          <p:cNvSpPr/>
          <p:nvPr/>
        </p:nvSpPr>
        <p:spPr>
          <a:xfrm>
            <a:off x="15519318" y="9077425"/>
            <a:ext cx="8356556" cy="1396819"/>
          </a:xfrm>
          <a:prstGeom prst="roundRect">
            <a:avLst>
              <a:gd name="adj" fmla="val 17601"/>
            </a:avLst>
          </a:prstGeom>
          <a:solidFill>
            <a:srgbClr val="E5F1FF"/>
          </a:solidFill>
          <a:ln w="12700">
            <a:noFill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0" name="Shape 7">
            <a:extLst>
              <a:ext uri="{FF2B5EF4-FFF2-40B4-BE49-F238E27FC236}">
                <a16:creationId xmlns:a16="http://schemas.microsoft.com/office/drawing/2014/main" id="{EF39C049-590B-CCF5-92A9-96694EEF4A33}"/>
              </a:ext>
            </a:extLst>
          </p:cNvPr>
          <p:cNvSpPr/>
          <p:nvPr/>
        </p:nvSpPr>
        <p:spPr>
          <a:xfrm>
            <a:off x="15519318" y="10599391"/>
            <a:ext cx="8356556" cy="1396819"/>
          </a:xfrm>
          <a:prstGeom prst="roundRect">
            <a:avLst>
              <a:gd name="adj" fmla="val 17601"/>
            </a:avLst>
          </a:prstGeom>
          <a:solidFill>
            <a:srgbClr val="E5F1FF"/>
          </a:solidFill>
          <a:ln w="12700">
            <a:noFill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1" name="Shape 7">
            <a:extLst>
              <a:ext uri="{FF2B5EF4-FFF2-40B4-BE49-F238E27FC236}">
                <a16:creationId xmlns:a16="http://schemas.microsoft.com/office/drawing/2014/main" id="{ED1C614D-A9DC-337A-42DF-A95417628740}"/>
              </a:ext>
            </a:extLst>
          </p:cNvPr>
          <p:cNvSpPr/>
          <p:nvPr/>
        </p:nvSpPr>
        <p:spPr>
          <a:xfrm>
            <a:off x="15519318" y="2350086"/>
            <a:ext cx="8381959" cy="1396819"/>
          </a:xfrm>
          <a:prstGeom prst="roundRect">
            <a:avLst>
              <a:gd name="adj" fmla="val 17601"/>
            </a:avLst>
          </a:prstGeom>
          <a:solidFill>
            <a:srgbClr val="E5F1FF"/>
          </a:solidFill>
          <a:ln w="12700">
            <a:noFill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1" name="Shape 7">
            <a:extLst>
              <a:ext uri="{FF2B5EF4-FFF2-40B4-BE49-F238E27FC236}">
                <a16:creationId xmlns:a16="http://schemas.microsoft.com/office/drawing/2014/main" id="{9CE28D37-347B-B2D5-4B19-AB26AE060D3D}"/>
              </a:ext>
            </a:extLst>
          </p:cNvPr>
          <p:cNvSpPr/>
          <p:nvPr/>
        </p:nvSpPr>
        <p:spPr>
          <a:xfrm>
            <a:off x="6603964" y="3855363"/>
            <a:ext cx="8356557" cy="1396819"/>
          </a:xfrm>
          <a:prstGeom prst="roundRect">
            <a:avLst>
              <a:gd name="adj" fmla="val 17601"/>
            </a:avLst>
          </a:prstGeom>
          <a:solidFill>
            <a:srgbClr val="EBFFD8"/>
          </a:solidFill>
          <a:ln w="12700">
            <a:noFill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2" name="Shape 7">
            <a:extLst>
              <a:ext uri="{FF2B5EF4-FFF2-40B4-BE49-F238E27FC236}">
                <a16:creationId xmlns:a16="http://schemas.microsoft.com/office/drawing/2014/main" id="{D5EAF1FE-9114-CE30-64A8-99647CC6BB0E}"/>
              </a:ext>
            </a:extLst>
          </p:cNvPr>
          <p:cNvSpPr/>
          <p:nvPr/>
        </p:nvSpPr>
        <p:spPr>
          <a:xfrm>
            <a:off x="6603965" y="5360640"/>
            <a:ext cx="8356556" cy="1396819"/>
          </a:xfrm>
          <a:prstGeom prst="roundRect">
            <a:avLst>
              <a:gd name="adj" fmla="val 17601"/>
            </a:avLst>
          </a:prstGeom>
          <a:solidFill>
            <a:srgbClr val="EBFFD8"/>
          </a:solidFill>
          <a:ln w="12700">
            <a:noFill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3" name="Shape 7">
            <a:extLst>
              <a:ext uri="{FF2B5EF4-FFF2-40B4-BE49-F238E27FC236}">
                <a16:creationId xmlns:a16="http://schemas.microsoft.com/office/drawing/2014/main" id="{F850B2D7-B27E-4C9E-63F1-AA79C6924E60}"/>
              </a:ext>
            </a:extLst>
          </p:cNvPr>
          <p:cNvSpPr/>
          <p:nvPr/>
        </p:nvSpPr>
        <p:spPr>
          <a:xfrm>
            <a:off x="6603965" y="7555459"/>
            <a:ext cx="8356556" cy="1396819"/>
          </a:xfrm>
          <a:prstGeom prst="roundRect">
            <a:avLst>
              <a:gd name="adj" fmla="val 17601"/>
            </a:avLst>
          </a:prstGeom>
          <a:solidFill>
            <a:srgbClr val="EBFFD8"/>
          </a:solidFill>
          <a:ln w="12700">
            <a:noFill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4" name="Shape 7">
            <a:extLst>
              <a:ext uri="{FF2B5EF4-FFF2-40B4-BE49-F238E27FC236}">
                <a16:creationId xmlns:a16="http://schemas.microsoft.com/office/drawing/2014/main" id="{64511748-5C49-2FA5-B390-B331536D0C7C}"/>
              </a:ext>
            </a:extLst>
          </p:cNvPr>
          <p:cNvSpPr/>
          <p:nvPr/>
        </p:nvSpPr>
        <p:spPr>
          <a:xfrm>
            <a:off x="6603965" y="9077425"/>
            <a:ext cx="8356556" cy="1396819"/>
          </a:xfrm>
          <a:prstGeom prst="roundRect">
            <a:avLst>
              <a:gd name="adj" fmla="val 17601"/>
            </a:avLst>
          </a:prstGeom>
          <a:solidFill>
            <a:srgbClr val="EBFFD8"/>
          </a:solidFill>
          <a:ln w="12700">
            <a:noFill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5" name="Shape 7">
            <a:extLst>
              <a:ext uri="{FF2B5EF4-FFF2-40B4-BE49-F238E27FC236}">
                <a16:creationId xmlns:a16="http://schemas.microsoft.com/office/drawing/2014/main" id="{4C46109A-2119-B2D3-6C93-86CE6364EA97}"/>
              </a:ext>
            </a:extLst>
          </p:cNvPr>
          <p:cNvSpPr/>
          <p:nvPr/>
        </p:nvSpPr>
        <p:spPr>
          <a:xfrm>
            <a:off x="6603965" y="10599391"/>
            <a:ext cx="8356556" cy="1396819"/>
          </a:xfrm>
          <a:prstGeom prst="roundRect">
            <a:avLst>
              <a:gd name="adj" fmla="val 17601"/>
            </a:avLst>
          </a:prstGeom>
          <a:solidFill>
            <a:srgbClr val="EBFFD8"/>
          </a:solidFill>
          <a:ln w="12700">
            <a:noFill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0" name="Shape 7">
            <a:extLst>
              <a:ext uri="{FF2B5EF4-FFF2-40B4-BE49-F238E27FC236}">
                <a16:creationId xmlns:a16="http://schemas.microsoft.com/office/drawing/2014/main" id="{AA4764D2-64EE-F591-9F23-F577EADF1BAA}"/>
              </a:ext>
            </a:extLst>
          </p:cNvPr>
          <p:cNvSpPr/>
          <p:nvPr/>
        </p:nvSpPr>
        <p:spPr>
          <a:xfrm>
            <a:off x="6603965" y="2350086"/>
            <a:ext cx="8381959" cy="1396819"/>
          </a:xfrm>
          <a:prstGeom prst="roundRect">
            <a:avLst>
              <a:gd name="adj" fmla="val 17601"/>
            </a:avLst>
          </a:prstGeom>
          <a:solidFill>
            <a:srgbClr val="EBFFD8"/>
          </a:solidFill>
          <a:ln w="12700">
            <a:noFill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89" name="Shape 9">
            <a:extLst>
              <a:ext uri="{FF2B5EF4-FFF2-40B4-BE49-F238E27FC236}">
                <a16:creationId xmlns:a16="http://schemas.microsoft.com/office/drawing/2014/main" id="{1E77B930-C089-EC65-A579-9E11F6C72A59}"/>
              </a:ext>
            </a:extLst>
          </p:cNvPr>
          <p:cNvSpPr/>
          <p:nvPr/>
        </p:nvSpPr>
        <p:spPr>
          <a:xfrm>
            <a:off x="15519318" y="1080251"/>
            <a:ext cx="8381959" cy="507936"/>
          </a:xfrm>
          <a:prstGeom prst="roundRect">
            <a:avLst>
              <a:gd name="adj" fmla="val 50000"/>
            </a:avLst>
          </a:prstGeom>
          <a:solidFill>
            <a:srgbClr val="0F5A0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" name="Shape 7">
            <a:extLst>
              <a:ext uri="{FF2B5EF4-FFF2-40B4-BE49-F238E27FC236}">
                <a16:creationId xmlns:a16="http://schemas.microsoft.com/office/drawing/2014/main" id="{0D805ECD-63E9-43AD-0DBA-21A3C6D50382}"/>
              </a:ext>
            </a:extLst>
          </p:cNvPr>
          <p:cNvSpPr/>
          <p:nvPr/>
        </p:nvSpPr>
        <p:spPr>
          <a:xfrm>
            <a:off x="507999" y="7555459"/>
            <a:ext cx="5587970" cy="1396819"/>
          </a:xfrm>
          <a:prstGeom prst="roundRect">
            <a:avLst>
              <a:gd name="adj" fmla="val 17601"/>
            </a:avLst>
          </a:prstGeom>
          <a:solidFill>
            <a:srgbClr val="FFF1BE"/>
          </a:solidFill>
          <a:ln w="12700">
            <a:noFill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" name="Shape 7">
            <a:extLst>
              <a:ext uri="{FF2B5EF4-FFF2-40B4-BE49-F238E27FC236}">
                <a16:creationId xmlns:a16="http://schemas.microsoft.com/office/drawing/2014/main" id="{C353157D-03E1-6731-443F-5E12F7432235}"/>
              </a:ext>
            </a:extLst>
          </p:cNvPr>
          <p:cNvSpPr/>
          <p:nvPr/>
        </p:nvSpPr>
        <p:spPr>
          <a:xfrm>
            <a:off x="507999" y="9077425"/>
            <a:ext cx="5587970" cy="1396819"/>
          </a:xfrm>
          <a:prstGeom prst="roundRect">
            <a:avLst>
              <a:gd name="adj" fmla="val 17601"/>
            </a:avLst>
          </a:prstGeom>
          <a:solidFill>
            <a:srgbClr val="FFF1BE"/>
          </a:solidFill>
          <a:ln w="12700">
            <a:noFill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1" name="Shape 7">
            <a:extLst>
              <a:ext uri="{FF2B5EF4-FFF2-40B4-BE49-F238E27FC236}">
                <a16:creationId xmlns:a16="http://schemas.microsoft.com/office/drawing/2014/main" id="{898E0B5B-8C2C-7382-0FD3-5D2986E70DF5}"/>
              </a:ext>
            </a:extLst>
          </p:cNvPr>
          <p:cNvSpPr/>
          <p:nvPr/>
        </p:nvSpPr>
        <p:spPr>
          <a:xfrm>
            <a:off x="507999" y="10599391"/>
            <a:ext cx="5587970" cy="1396819"/>
          </a:xfrm>
          <a:prstGeom prst="roundRect">
            <a:avLst>
              <a:gd name="adj" fmla="val 17601"/>
            </a:avLst>
          </a:prstGeom>
          <a:solidFill>
            <a:srgbClr val="FFF1BE"/>
          </a:solidFill>
          <a:ln w="12700">
            <a:noFill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" name="Shape 7">
            <a:extLst>
              <a:ext uri="{FF2B5EF4-FFF2-40B4-BE49-F238E27FC236}">
                <a16:creationId xmlns:a16="http://schemas.microsoft.com/office/drawing/2014/main" id="{BFA7DD9D-8B56-3208-F8C0-9A6BB80B74FE}"/>
              </a:ext>
            </a:extLst>
          </p:cNvPr>
          <p:cNvSpPr/>
          <p:nvPr/>
        </p:nvSpPr>
        <p:spPr>
          <a:xfrm>
            <a:off x="507999" y="2350085"/>
            <a:ext cx="5587970" cy="1396819"/>
          </a:xfrm>
          <a:prstGeom prst="roundRect">
            <a:avLst>
              <a:gd name="adj" fmla="val 17601"/>
            </a:avLst>
          </a:prstGeom>
          <a:solidFill>
            <a:srgbClr val="FFF1BE"/>
          </a:solidFill>
          <a:ln w="12700">
            <a:noFill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" name="Shape 7">
            <a:extLst>
              <a:ext uri="{FF2B5EF4-FFF2-40B4-BE49-F238E27FC236}">
                <a16:creationId xmlns:a16="http://schemas.microsoft.com/office/drawing/2014/main" id="{A7EEB0DF-EF5D-FB37-3458-7B22DBB83F57}"/>
              </a:ext>
            </a:extLst>
          </p:cNvPr>
          <p:cNvSpPr/>
          <p:nvPr/>
        </p:nvSpPr>
        <p:spPr>
          <a:xfrm>
            <a:off x="507999" y="3873889"/>
            <a:ext cx="5587970" cy="1396819"/>
          </a:xfrm>
          <a:prstGeom prst="roundRect">
            <a:avLst>
              <a:gd name="adj" fmla="val 17601"/>
            </a:avLst>
          </a:prstGeom>
          <a:solidFill>
            <a:srgbClr val="FFF1BE"/>
          </a:solidFill>
          <a:ln w="12700">
            <a:noFill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" name="Shape 7">
            <a:extLst>
              <a:ext uri="{FF2B5EF4-FFF2-40B4-BE49-F238E27FC236}">
                <a16:creationId xmlns:a16="http://schemas.microsoft.com/office/drawing/2014/main" id="{9174FC68-48C2-375A-4990-6059732B01FA}"/>
              </a:ext>
            </a:extLst>
          </p:cNvPr>
          <p:cNvSpPr/>
          <p:nvPr/>
        </p:nvSpPr>
        <p:spPr>
          <a:xfrm>
            <a:off x="507999" y="5360640"/>
            <a:ext cx="5587970" cy="1396819"/>
          </a:xfrm>
          <a:prstGeom prst="roundRect">
            <a:avLst>
              <a:gd name="adj" fmla="val 17601"/>
            </a:avLst>
          </a:prstGeom>
          <a:solidFill>
            <a:srgbClr val="FFF1BE"/>
          </a:solidFill>
          <a:ln w="12700">
            <a:noFill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9" name="Shape 5"/>
          <p:cNvSpPr/>
          <p:nvPr/>
        </p:nvSpPr>
        <p:spPr>
          <a:xfrm>
            <a:off x="507998" y="1080251"/>
            <a:ext cx="5587971" cy="507936"/>
          </a:xfrm>
          <a:prstGeom prst="roundRect">
            <a:avLst>
              <a:gd name="adj" fmla="val 50000"/>
            </a:avLst>
          </a:prstGeom>
          <a:solidFill>
            <a:srgbClr val="0F5A0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2" name="Shape 9"/>
          <p:cNvSpPr/>
          <p:nvPr/>
        </p:nvSpPr>
        <p:spPr>
          <a:xfrm>
            <a:off x="6603965" y="1080251"/>
            <a:ext cx="8381959" cy="507936"/>
          </a:xfrm>
          <a:prstGeom prst="roundRect">
            <a:avLst>
              <a:gd name="adj" fmla="val 50000"/>
            </a:avLst>
          </a:prstGeom>
          <a:solidFill>
            <a:srgbClr val="0F5A0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4" name="Текст 1103">
            <a:extLst>
              <a:ext uri="{FF2B5EF4-FFF2-40B4-BE49-F238E27FC236}">
                <a16:creationId xmlns:a16="http://schemas.microsoft.com/office/drawing/2014/main" id="{1CC8C8B8-1559-F77C-9981-006B2294EDBD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105" name="Текст 1104">
            <a:extLst>
              <a:ext uri="{FF2B5EF4-FFF2-40B4-BE49-F238E27FC236}">
                <a16:creationId xmlns:a16="http://schemas.microsoft.com/office/drawing/2014/main" id="{54504570-7FC0-4E92-C56A-62008C27B1B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06" name="Текст 1105">
            <a:extLst>
              <a:ext uri="{FF2B5EF4-FFF2-40B4-BE49-F238E27FC236}">
                <a16:creationId xmlns:a16="http://schemas.microsoft.com/office/drawing/2014/main" id="{B6D8D20E-8D4A-2799-5BD5-7C98D41303F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07" name="Текст 1106">
            <a:extLst>
              <a:ext uri="{FF2B5EF4-FFF2-40B4-BE49-F238E27FC236}">
                <a16:creationId xmlns:a16="http://schemas.microsoft.com/office/drawing/2014/main" id="{DE4999EA-EE86-3112-B31A-77FFC38A053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08" name="Текст 1107">
            <a:extLst>
              <a:ext uri="{FF2B5EF4-FFF2-40B4-BE49-F238E27FC236}">
                <a16:creationId xmlns:a16="http://schemas.microsoft.com/office/drawing/2014/main" id="{FB973272-9950-CE1F-A0F3-E638E296CDD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156" name="Текст 1155">
            <a:extLst>
              <a:ext uri="{FF2B5EF4-FFF2-40B4-BE49-F238E27FC236}">
                <a16:creationId xmlns:a16="http://schemas.microsoft.com/office/drawing/2014/main" id="{F6170374-B76D-5001-F3E2-B249E6DAAFA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157" name="Текст 1156">
            <a:extLst>
              <a:ext uri="{FF2B5EF4-FFF2-40B4-BE49-F238E27FC236}">
                <a16:creationId xmlns:a16="http://schemas.microsoft.com/office/drawing/2014/main" id="{E9F125A0-A35B-A1B3-E1A3-FFB03B341C0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58" name="Текст 1157">
            <a:extLst>
              <a:ext uri="{FF2B5EF4-FFF2-40B4-BE49-F238E27FC236}">
                <a16:creationId xmlns:a16="http://schemas.microsoft.com/office/drawing/2014/main" id="{F39DC304-F194-A3C5-5628-FE5E53EB6BD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59" name="Текст 1158">
            <a:extLst>
              <a:ext uri="{FF2B5EF4-FFF2-40B4-BE49-F238E27FC236}">
                <a16:creationId xmlns:a16="http://schemas.microsoft.com/office/drawing/2014/main" id="{6C5D8D4E-1693-7C80-CFF3-A8C70FA0026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60" name="Текст 1159">
            <a:extLst>
              <a:ext uri="{FF2B5EF4-FFF2-40B4-BE49-F238E27FC236}">
                <a16:creationId xmlns:a16="http://schemas.microsoft.com/office/drawing/2014/main" id="{118499D3-E35F-9D5B-F4F0-BA00EE57D23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61" name="Текст 1160">
            <a:extLst>
              <a:ext uri="{FF2B5EF4-FFF2-40B4-BE49-F238E27FC236}">
                <a16:creationId xmlns:a16="http://schemas.microsoft.com/office/drawing/2014/main" id="{65F4BBA6-49EC-AAD3-F35E-534FA9DA86F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62" name="Текст 1161">
            <a:extLst>
              <a:ext uri="{FF2B5EF4-FFF2-40B4-BE49-F238E27FC236}">
                <a16:creationId xmlns:a16="http://schemas.microsoft.com/office/drawing/2014/main" id="{AAAAC33F-4391-62E1-72C9-1632D1D90FD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63" name="Текст 1162">
            <a:extLst>
              <a:ext uri="{FF2B5EF4-FFF2-40B4-BE49-F238E27FC236}">
                <a16:creationId xmlns:a16="http://schemas.microsoft.com/office/drawing/2014/main" id="{2A77FA3B-56A9-4603-7039-7E5EAEBB5E1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64" name="Текст 1163">
            <a:extLst>
              <a:ext uri="{FF2B5EF4-FFF2-40B4-BE49-F238E27FC236}">
                <a16:creationId xmlns:a16="http://schemas.microsoft.com/office/drawing/2014/main" id="{1E394A31-C375-735E-9753-241F6617286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65" name="Текст 1164">
            <a:extLst>
              <a:ext uri="{FF2B5EF4-FFF2-40B4-BE49-F238E27FC236}">
                <a16:creationId xmlns:a16="http://schemas.microsoft.com/office/drawing/2014/main" id="{2503D31B-F352-EBA5-9DEF-5D670AB916D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66" name="Текст 1165">
            <a:extLst>
              <a:ext uri="{FF2B5EF4-FFF2-40B4-BE49-F238E27FC236}">
                <a16:creationId xmlns:a16="http://schemas.microsoft.com/office/drawing/2014/main" id="{F3459816-9964-D551-9122-FE393326CBF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67" name="Текст 1166">
            <a:extLst>
              <a:ext uri="{FF2B5EF4-FFF2-40B4-BE49-F238E27FC236}">
                <a16:creationId xmlns:a16="http://schemas.microsoft.com/office/drawing/2014/main" id="{F05BB979-8071-E970-FCD2-072A0F9B0A6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68" name="Текст 1167">
            <a:extLst>
              <a:ext uri="{FF2B5EF4-FFF2-40B4-BE49-F238E27FC236}">
                <a16:creationId xmlns:a16="http://schemas.microsoft.com/office/drawing/2014/main" id="{F99BCED9-542E-E0D8-689E-6281E6253A0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69" name="Текст 1168">
            <a:extLst>
              <a:ext uri="{FF2B5EF4-FFF2-40B4-BE49-F238E27FC236}">
                <a16:creationId xmlns:a16="http://schemas.microsoft.com/office/drawing/2014/main" id="{93B94134-2E71-A80F-4F9B-BAA9B1F562C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70" name="Текст 1169">
            <a:extLst>
              <a:ext uri="{FF2B5EF4-FFF2-40B4-BE49-F238E27FC236}">
                <a16:creationId xmlns:a16="http://schemas.microsoft.com/office/drawing/2014/main" id="{15FD267E-B7C1-2E1B-4ACD-4560866F859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71" name="Текст 1170">
            <a:extLst>
              <a:ext uri="{FF2B5EF4-FFF2-40B4-BE49-F238E27FC236}">
                <a16:creationId xmlns:a16="http://schemas.microsoft.com/office/drawing/2014/main" id="{51C1DBF1-899D-431F-DE9C-75085F8A8C9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72" name="Текст 1171">
            <a:extLst>
              <a:ext uri="{FF2B5EF4-FFF2-40B4-BE49-F238E27FC236}">
                <a16:creationId xmlns:a16="http://schemas.microsoft.com/office/drawing/2014/main" id="{85C2E0AF-E2B6-1F25-6614-DF1A3ACA653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73" name="Текст 1172">
            <a:extLst>
              <a:ext uri="{FF2B5EF4-FFF2-40B4-BE49-F238E27FC236}">
                <a16:creationId xmlns:a16="http://schemas.microsoft.com/office/drawing/2014/main" id="{FE388A33-60F1-2B29-492E-F80AAFACABA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74" name="Текст 1173">
            <a:extLst>
              <a:ext uri="{FF2B5EF4-FFF2-40B4-BE49-F238E27FC236}">
                <a16:creationId xmlns:a16="http://schemas.microsoft.com/office/drawing/2014/main" id="{710B65C6-18EA-3AFA-9092-60F10046523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75" name="Текст 1174">
            <a:extLst>
              <a:ext uri="{FF2B5EF4-FFF2-40B4-BE49-F238E27FC236}">
                <a16:creationId xmlns:a16="http://schemas.microsoft.com/office/drawing/2014/main" id="{B4CD94BF-0579-DE25-3AB3-7A0AD6E70C9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3" name="Shape 7">
            <a:extLst>
              <a:ext uri="{FF2B5EF4-FFF2-40B4-BE49-F238E27FC236}">
                <a16:creationId xmlns:a16="http://schemas.microsoft.com/office/drawing/2014/main" id="{D92FFEC7-85D7-D0F7-318A-0BF60935B662}"/>
              </a:ext>
            </a:extLst>
          </p:cNvPr>
          <p:cNvSpPr/>
          <p:nvPr/>
        </p:nvSpPr>
        <p:spPr>
          <a:xfrm>
            <a:off x="495298" y="6921492"/>
            <a:ext cx="14490626" cy="507935"/>
          </a:xfrm>
          <a:prstGeom prst="roundRect">
            <a:avLst>
              <a:gd name="adj" fmla="val 50000"/>
            </a:avLst>
          </a:prstGeom>
          <a:ln w="12700">
            <a:solidFill>
              <a:srgbClr val="0F5A0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3" name="Shape 7">
            <a:extLst>
              <a:ext uri="{FF2B5EF4-FFF2-40B4-BE49-F238E27FC236}">
                <a16:creationId xmlns:a16="http://schemas.microsoft.com/office/drawing/2014/main" id="{CA92A0C9-47EA-2FC2-5763-FF79C956CEE8}"/>
              </a:ext>
            </a:extLst>
          </p:cNvPr>
          <p:cNvSpPr/>
          <p:nvPr/>
        </p:nvSpPr>
        <p:spPr>
          <a:xfrm>
            <a:off x="507998" y="1715169"/>
            <a:ext cx="23387518" cy="507935"/>
          </a:xfrm>
          <a:prstGeom prst="roundRect">
            <a:avLst>
              <a:gd name="adj" fmla="val 50000"/>
            </a:avLst>
          </a:prstGeom>
          <a:ln w="12700">
            <a:solidFill>
              <a:srgbClr val="0F5A05"/>
            </a:solidFill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>
            <a:extLst>
              <a:ext uri="{FF2B5EF4-FFF2-40B4-BE49-F238E27FC236}">
                <a16:creationId xmlns:a16="http://schemas.microsoft.com/office/drawing/2014/main" id="{51AED132-CB68-5DCA-58FC-13998EFE4505}"/>
              </a:ext>
            </a:extLst>
          </p:cNvPr>
          <p:cNvSpPr/>
          <p:nvPr/>
        </p:nvSpPr>
        <p:spPr>
          <a:xfrm>
            <a:off x="762771" y="7315200"/>
            <a:ext cx="7530781" cy="5270500"/>
          </a:xfrm>
          <a:prstGeom prst="roundRect">
            <a:avLst>
              <a:gd name="adj" fmla="val 10930"/>
            </a:avLst>
          </a:prstGeom>
          <a:solidFill>
            <a:srgbClr val="DEFAC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667630D0-E92A-0D7B-3D64-193129674085}"/>
              </a:ext>
            </a:extLst>
          </p:cNvPr>
          <p:cNvSpPr/>
          <p:nvPr/>
        </p:nvSpPr>
        <p:spPr>
          <a:xfrm>
            <a:off x="15887828" y="7315200"/>
            <a:ext cx="7530781" cy="5270500"/>
          </a:xfrm>
          <a:prstGeom prst="roundRect">
            <a:avLst>
              <a:gd name="adj" fmla="val 10930"/>
            </a:avLst>
          </a:prstGeom>
          <a:solidFill>
            <a:srgbClr val="FFF0B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BC289067-4E24-5148-FC23-AB3EF9EEC99C}"/>
              </a:ext>
            </a:extLst>
          </p:cNvPr>
          <p:cNvSpPr/>
          <p:nvPr/>
        </p:nvSpPr>
        <p:spPr>
          <a:xfrm>
            <a:off x="8331650" y="7315200"/>
            <a:ext cx="7530781" cy="5270500"/>
          </a:xfrm>
          <a:prstGeom prst="roundRect">
            <a:avLst>
              <a:gd name="adj" fmla="val 10930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16B4E390-4A61-0DF0-2742-EB2F87DE38C9}"/>
              </a:ext>
            </a:extLst>
          </p:cNvPr>
          <p:cNvSpPr/>
          <p:nvPr/>
        </p:nvSpPr>
        <p:spPr>
          <a:xfrm>
            <a:off x="8331650" y="2171700"/>
            <a:ext cx="7530781" cy="4826000"/>
          </a:xfrm>
          <a:prstGeom prst="roundRect">
            <a:avLst>
              <a:gd name="adj" fmla="val 11937"/>
            </a:avLst>
          </a:prstGeom>
          <a:solidFill>
            <a:srgbClr val="F5FAC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85E28CE8-C601-7378-1469-DEECB7B4AF28}"/>
              </a:ext>
            </a:extLst>
          </p:cNvPr>
          <p:cNvSpPr/>
          <p:nvPr/>
        </p:nvSpPr>
        <p:spPr>
          <a:xfrm>
            <a:off x="15887828" y="2171700"/>
            <a:ext cx="7530781" cy="4826000"/>
          </a:xfrm>
          <a:prstGeom prst="roundRect">
            <a:avLst>
              <a:gd name="adj" fmla="val 11937"/>
            </a:avLst>
          </a:prstGeom>
          <a:solidFill>
            <a:srgbClr val="F5DC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" name="Текст 50">
            <a:extLst>
              <a:ext uri="{FF2B5EF4-FFF2-40B4-BE49-F238E27FC236}">
                <a16:creationId xmlns:a16="http://schemas.microsoft.com/office/drawing/2014/main" id="{0CDE942B-A8BF-0686-A836-3F3D5181836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>
            <a:normAutofit fontScale="92500" lnSpcReduction="10000"/>
          </a:bodyPr>
          <a:lstStyle/>
          <a:p>
            <a:endParaRPr lang="ru-RU"/>
          </a:p>
        </p:txBody>
      </p:sp>
      <p:sp>
        <p:nvSpPr>
          <p:cNvPr id="52" name="Текст 51">
            <a:extLst>
              <a:ext uri="{FF2B5EF4-FFF2-40B4-BE49-F238E27FC236}">
                <a16:creationId xmlns:a16="http://schemas.microsoft.com/office/drawing/2014/main" id="{0C311D71-50F5-D2C7-495C-5896FE4FA4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53" name="Текст 52">
            <a:extLst>
              <a:ext uri="{FF2B5EF4-FFF2-40B4-BE49-F238E27FC236}">
                <a16:creationId xmlns:a16="http://schemas.microsoft.com/office/drawing/2014/main" id="{BA93818A-A888-860B-4B32-A1A35C4D795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4" name="Текст 53">
            <a:extLst>
              <a:ext uri="{FF2B5EF4-FFF2-40B4-BE49-F238E27FC236}">
                <a16:creationId xmlns:a16="http://schemas.microsoft.com/office/drawing/2014/main" id="{C4C5CA32-5EC9-EEF9-3806-C4D99B25A45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5" name="Текст 54">
            <a:extLst>
              <a:ext uri="{FF2B5EF4-FFF2-40B4-BE49-F238E27FC236}">
                <a16:creationId xmlns:a16="http://schemas.microsoft.com/office/drawing/2014/main" id="{08F230F9-0A35-02C6-220B-DCDEB7D5573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839628" y="2659259"/>
            <a:ext cx="5724464" cy="64536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ED2BC262-5AD7-1493-08BC-1CAB7D33E78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7" name="Текст 56">
            <a:extLst>
              <a:ext uri="{FF2B5EF4-FFF2-40B4-BE49-F238E27FC236}">
                <a16:creationId xmlns:a16="http://schemas.microsoft.com/office/drawing/2014/main" id="{F0B3FED6-4DA5-A8B6-A8F2-BFE847135C1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395807" y="2637638"/>
            <a:ext cx="5748295" cy="64536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8" name="Текст 57">
            <a:extLst>
              <a:ext uri="{FF2B5EF4-FFF2-40B4-BE49-F238E27FC236}">
                <a16:creationId xmlns:a16="http://schemas.microsoft.com/office/drawing/2014/main" id="{29ABC36F-7292-1AC9-84CE-0AA5C545208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9" name="Текст 58">
            <a:extLst>
              <a:ext uri="{FF2B5EF4-FFF2-40B4-BE49-F238E27FC236}">
                <a16:creationId xmlns:a16="http://schemas.microsoft.com/office/drawing/2014/main" id="{92687292-91B5-517D-69B7-960619B7C92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60" name="Текст 59">
            <a:extLst>
              <a:ext uri="{FF2B5EF4-FFF2-40B4-BE49-F238E27FC236}">
                <a16:creationId xmlns:a16="http://schemas.microsoft.com/office/drawing/2014/main" id="{A693B669-D1E6-4DEB-EFD2-0A8242705D8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6391611" y="7775643"/>
            <a:ext cx="5752491" cy="64536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1" name="Текст 60">
            <a:extLst>
              <a:ext uri="{FF2B5EF4-FFF2-40B4-BE49-F238E27FC236}">
                <a16:creationId xmlns:a16="http://schemas.microsoft.com/office/drawing/2014/main" id="{433FED74-4654-E346-8F06-4AE3C2A24B4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2" name="Текст 61">
            <a:extLst>
              <a:ext uri="{FF2B5EF4-FFF2-40B4-BE49-F238E27FC236}">
                <a16:creationId xmlns:a16="http://schemas.microsoft.com/office/drawing/2014/main" id="{E0CDB316-D071-6C87-2E85-83BDAA1B7C4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63" name="Текст 62">
            <a:extLst>
              <a:ext uri="{FF2B5EF4-FFF2-40B4-BE49-F238E27FC236}">
                <a16:creationId xmlns:a16="http://schemas.microsoft.com/office/drawing/2014/main" id="{5CB77BCD-8E51-303F-E4E9-75679D3E245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249547" y="7768772"/>
            <a:ext cx="5611037" cy="64536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152" name="Текст 1151">
            <a:extLst>
              <a:ext uri="{FF2B5EF4-FFF2-40B4-BE49-F238E27FC236}">
                <a16:creationId xmlns:a16="http://schemas.microsoft.com/office/drawing/2014/main" id="{EEC71A2C-3BC0-7F3E-04B2-1BDE9DC8C6E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53" name="Текст 1152">
            <a:extLst>
              <a:ext uri="{FF2B5EF4-FFF2-40B4-BE49-F238E27FC236}">
                <a16:creationId xmlns:a16="http://schemas.microsoft.com/office/drawing/2014/main" id="{AA80DB1B-693F-0261-AC28-088663647A0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154" name="Текст 1153">
            <a:extLst>
              <a:ext uri="{FF2B5EF4-FFF2-40B4-BE49-F238E27FC236}">
                <a16:creationId xmlns:a16="http://schemas.microsoft.com/office/drawing/2014/main" id="{1BE68458-CC79-3739-4D06-2B4C0B47904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327" y="7767077"/>
            <a:ext cx="5597885" cy="64536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155" name="Текст 1154">
            <a:extLst>
              <a:ext uri="{FF2B5EF4-FFF2-40B4-BE49-F238E27FC236}">
                <a16:creationId xmlns:a16="http://schemas.microsoft.com/office/drawing/2014/main" id="{70BD6E7C-C8C5-B3D6-A329-346F0B3DFD3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56" name="Текст 1155">
            <a:extLst>
              <a:ext uri="{FF2B5EF4-FFF2-40B4-BE49-F238E27FC236}">
                <a16:creationId xmlns:a16="http://schemas.microsoft.com/office/drawing/2014/main" id="{17EF3D27-4D26-AC22-5124-69804A8F63D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158" name="Рисунок 1157">
            <a:extLst>
              <a:ext uri="{FF2B5EF4-FFF2-40B4-BE49-F238E27FC236}">
                <a16:creationId xmlns:a16="http://schemas.microsoft.com/office/drawing/2014/main" id="{DC1AB024-539F-1280-D299-B0C656C783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91223" y="7737269"/>
            <a:ext cx="720000" cy="720000"/>
          </a:xfrm>
          <a:prstGeom prst="rect">
            <a:avLst/>
          </a:prstGeom>
        </p:spPr>
      </p:pic>
      <p:pic>
        <p:nvPicPr>
          <p:cNvPr id="1160" name="Рисунок 1159">
            <a:extLst>
              <a:ext uri="{FF2B5EF4-FFF2-40B4-BE49-F238E27FC236}">
                <a16:creationId xmlns:a16="http://schemas.microsoft.com/office/drawing/2014/main" id="{ADDD6B81-C08A-11B5-3F4D-4663B75B05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24987" y="7737269"/>
            <a:ext cx="720000" cy="720000"/>
          </a:xfrm>
          <a:prstGeom prst="rect">
            <a:avLst/>
          </a:prstGeom>
        </p:spPr>
      </p:pic>
      <p:pic>
        <p:nvPicPr>
          <p:cNvPr id="1162" name="Рисунок 1161">
            <a:extLst>
              <a:ext uri="{FF2B5EF4-FFF2-40B4-BE49-F238E27FC236}">
                <a16:creationId xmlns:a16="http://schemas.microsoft.com/office/drawing/2014/main" id="{A5B1D1FF-08A9-3A48-92D1-34FF30BB7A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5359" y="7737269"/>
            <a:ext cx="720000" cy="720000"/>
          </a:xfrm>
          <a:prstGeom prst="rect">
            <a:avLst/>
          </a:prstGeom>
        </p:spPr>
      </p:pic>
      <p:pic>
        <p:nvPicPr>
          <p:cNvPr id="1163" name="Рисунок 1162">
            <a:extLst>
              <a:ext uri="{FF2B5EF4-FFF2-40B4-BE49-F238E27FC236}">
                <a16:creationId xmlns:a16="http://schemas.microsoft.com/office/drawing/2014/main" id="{A3FD8ADE-C8C7-1F7D-D55F-5EA4256F09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624987" y="2595167"/>
            <a:ext cx="720000" cy="720000"/>
          </a:xfrm>
          <a:prstGeom prst="rect">
            <a:avLst/>
          </a:prstGeom>
        </p:spPr>
      </p:pic>
      <p:pic>
        <p:nvPicPr>
          <p:cNvPr id="1165" name="Рисунок 1164">
            <a:extLst>
              <a:ext uri="{FF2B5EF4-FFF2-40B4-BE49-F238E27FC236}">
                <a16:creationId xmlns:a16="http://schemas.microsoft.com/office/drawing/2014/main" id="{E80F9455-1233-8EE0-DDB2-64EAD477195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191223" y="2595167"/>
            <a:ext cx="720000" cy="720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1C7D4E-D469-0DA5-5E85-02F6EFBF37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24411" y="1751805"/>
            <a:ext cx="2400000" cy="54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BCF2A9B-C02C-EDED-BDF3-026B1950F4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7911" y="657100"/>
            <a:ext cx="2613600" cy="54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FF37CBC-5683-A2F6-F579-1366C6EA05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24411" y="3959516"/>
            <a:ext cx="1863000" cy="540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9349FC8-804F-AEE0-F2C7-CFB0A159FC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524411" y="2855660"/>
            <a:ext cx="1809000" cy="5400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EDB574F-7E94-B971-61A6-50A6B666461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87911" y="6164020"/>
            <a:ext cx="1744615" cy="54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302DCF5-FDFA-0C21-D664-3F2FA624305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87911" y="3961252"/>
            <a:ext cx="2262857" cy="5400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F808E35-3EC4-AB9E-683F-356A318FC0A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87911" y="1758484"/>
            <a:ext cx="4217143" cy="5400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8459E57-8C8B-E786-C0E7-CA941170400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524411" y="647950"/>
            <a:ext cx="1944000" cy="5400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9800424-4CCE-6CF2-ECAA-36EF0ADCFA4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87911" y="5062636"/>
            <a:ext cx="2237143" cy="54000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7F6D097-0E2B-81CC-E57F-7771A3808FE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987911" y="2859868"/>
            <a:ext cx="2925000" cy="54000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6418FAF-B2DF-AFF7-A6EB-94D94426258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87911" y="7265404"/>
            <a:ext cx="1425000" cy="5400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0F75BE19-E8D1-DEBC-0CA8-B7FD39B4B19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93050" y="657100"/>
            <a:ext cx="810000" cy="5400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0954FC9A-55AE-F4AC-9E4F-0477F3B49C4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93050" y="6935071"/>
            <a:ext cx="1957500" cy="54000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91359E52-9A5E-656A-48D0-E4BBF3588ABD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93050" y="11419336"/>
            <a:ext cx="1890000" cy="5400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A10F6287-9B27-82C5-639A-05D2AE282D3A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93050" y="9625630"/>
            <a:ext cx="1526087" cy="540000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F703D694-0E5C-3B43-344C-7E5CBD11AED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93050" y="6038218"/>
            <a:ext cx="1851429" cy="54000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EB4FE61C-9EA2-252F-2F10-C85F0DAECD2B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93050" y="12316193"/>
            <a:ext cx="1792800" cy="540000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80AC8DF0-6DCD-0422-4079-C63E003E0B59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93050" y="10522483"/>
            <a:ext cx="2095200" cy="540000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9B6609C2-8D26-B2EF-8AB5-32701662F353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593050" y="4244512"/>
            <a:ext cx="2108571" cy="540000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58DD650B-62A7-D244-A02C-1D10D6BE1AB8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593050" y="7831924"/>
            <a:ext cx="2497500" cy="5400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D4D72C48-1347-EB33-DD83-55E5E484DA66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593050" y="8728777"/>
            <a:ext cx="1620000" cy="540000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039AAA65-ED1F-4FA8-B8EC-48C97993D9C3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593050" y="1553953"/>
            <a:ext cx="1337143" cy="540000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7B836330-FDC3-8518-09EA-76BD05332F4B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593050" y="5141365"/>
            <a:ext cx="2452500" cy="540000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45862350-6506-BFF2-3D9E-78F5BA164243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593050" y="3347659"/>
            <a:ext cx="2577273" cy="540000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EAACAF18-62DD-068B-D5D3-535332331661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5890411" y="10522483"/>
            <a:ext cx="1620000" cy="540000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12834251-9AF7-B79D-00D5-B8B0EC7C937E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6035136" y="9468172"/>
            <a:ext cx="2082857" cy="540000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3E88D15B-6C67-3CBE-D6E4-4F763BA9CC55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5987911" y="8366788"/>
            <a:ext cx="511579" cy="5400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53D998B-FBE4-ED5A-DF82-83C36F081DF0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593050" y="2450806"/>
            <a:ext cx="3754286" cy="540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Тема Office">
  <a:themeElements>
    <a:clrScheme name="Тема Office">
      <a:dk1>
        <a:srgbClr val="0E5A05"/>
      </a:dk1>
      <a:lt1>
        <a:srgbClr val="E7F1FF"/>
      </a:lt1>
      <a:dk2>
        <a:srgbClr val="A7A7A7"/>
      </a:dk2>
      <a:lt2>
        <a:srgbClr val="535353"/>
      </a:lt2>
      <a:accent1>
        <a:srgbClr val="262626"/>
      </a:accent1>
      <a:accent2>
        <a:srgbClr val="3750AC"/>
      </a:accent2>
      <a:accent3>
        <a:srgbClr val="FEF0BD"/>
      </a:accent3>
      <a:accent4>
        <a:srgbClr val="E6F0FF"/>
      </a:accent4>
      <a:accent5>
        <a:srgbClr val="F5DCFF"/>
      </a:accent5>
      <a:accent6>
        <a:srgbClr val="EBFED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8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E5A05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E5A05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E5A05"/>
      </a:dk1>
      <a:lt1>
        <a:srgbClr val="59555A"/>
      </a:lt1>
      <a:dk2>
        <a:srgbClr val="A7A7A7"/>
      </a:dk2>
      <a:lt2>
        <a:srgbClr val="535353"/>
      </a:lt2>
      <a:accent1>
        <a:srgbClr val="262626"/>
      </a:accent1>
      <a:accent2>
        <a:srgbClr val="3750AC"/>
      </a:accent2>
      <a:accent3>
        <a:srgbClr val="FEF0BD"/>
      </a:accent3>
      <a:accent4>
        <a:srgbClr val="E6F0FF"/>
      </a:accent4>
      <a:accent5>
        <a:srgbClr val="F5DCFF"/>
      </a:accent5>
      <a:accent6>
        <a:srgbClr val="EBFED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8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E5A05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E5A05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1836</Words>
  <Application>Microsoft Office PowerPoint</Application>
  <PresentationFormat>Произвольный</PresentationFormat>
  <Paragraphs>230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7" baseType="lpstr">
      <vt:lpstr>Arial</vt:lpstr>
      <vt:lpstr>Calibri</vt:lpstr>
      <vt:lpstr>Courier New</vt:lpstr>
      <vt:lpstr>Symbol</vt:lpstr>
      <vt:lpstr>Times New Roman</vt:lpstr>
      <vt:lpstr>Wingdings</vt:lpstr>
      <vt:lpstr>X5 Sans</vt:lpstr>
      <vt:lpstr>X5 Sans Medium</vt:lpstr>
      <vt:lpstr>X5 Sans Regular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modified xsi:type="dcterms:W3CDTF">2026-07-23T12:31:33Z</dcterms:modified>
</cp:coreProperties>
</file>